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 질문 예상: 왜 HSV를 썼는가? RGB/BGR에서 색상과 밝기가 한 번에 영향을 주기 때문에 Hue/채도/명도를 분리하는 HSV로 색상 범위를 지정했습니다. OpenCV의 빨강 Hue가 0과 179 근처에 있으므로 두 범위의 마스크를 bitwise_or로 결합하고 bitwise_and로 해당 픽셀만 추출했습니다. 밝기 이진화는 cv2.threshold()로 별도 구현했습니다.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 질문 예상: 왜 이러한 순서인가? 이미지의 크기를 224×224로 통일한 다음 Gaussian Blur를 적용했습니다. 좌우 반전과 회전 15도는 데이터 증강 실습을 위해 고정된 변환이며, 색상 변화는 Grayscale 전에 수행해야 의미가 있습니다. 마지막에 uint8 Grayscale을 float32 / 255로 정규화해 NPY에 보존하고, 사람이 확인하기 위한 PNG는 별도로 저장했습니다. 이 실습은 노이즈 제거율이나 실제 모델 학습 성능을 측정한 것이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 질문 예상: 작은 객체 제거를 어떻게 검증했는가? 현재 구현은 전경 전체 객체가 아니라 HSV에서 탐지한 빨간 연결 영역의 최대 비율을 검사하는 근사 기준입니다. 밝기 50 미만 또는 최대 빨간색 연결 영역 5% 미만이면 제외하며, 실제 Food101 이미지에서는 2장 통과 / 3장 제외입니다. 합성 이미지로 어두움과 작은 빨간 객체의 경계 조건을 검사했고, unittest 29개가 모두 통과했습니다. Git은 로컬 변경과 커밋까지 확인했고 원격 Push, PR, 외부 리뷰, Merge는 미완료입니다.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F7B"/>
          </a:solidFill>
          <a:ln w="12700">
            <a:solidFill>
              <a:srgbClr val="176F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7512" y="31089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WEEK 01   /   PIXEL / COLOR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COMENTO  ·  2026.10.24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704088"/>
            <a:ext cx="10863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픽셀 분석과 빨간색 영역 검출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76656" y="1280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요구사항: OpenCV로 이미지를 읽고 특정 색상의 픽셀을 구분하여 결과를 저장한다.</a:t>
            </a:r>
            <a:endParaRPr lang="en-US" sz="1135" dirty="0"/>
          </a:p>
        </p:txBody>
      </p:sp>
      <p:sp>
        <p:nvSpPr>
          <p:cNvPr id="7" name="Shape 5"/>
          <p:cNvSpPr/>
          <p:nvPr/>
        </p:nvSpPr>
        <p:spPr>
          <a:xfrm>
            <a:off x="667512" y="641908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6656" y="6501384"/>
            <a:ext cx="9893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업무요청서 7–12쪽  |  Food101  |  image_preprocessing.py · README</a:t>
            </a:r>
            <a:endParaRPr lang="en-US" sz="775" dirty="0"/>
          </a:p>
        </p:txBody>
      </p:sp>
      <p:sp>
        <p:nvSpPr>
          <p:cNvPr id="9" name="Text 7"/>
          <p:cNvSpPr/>
          <p:nvPr/>
        </p:nvSpPr>
        <p:spPr>
          <a:xfrm>
            <a:off x="10744200" y="64922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/  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76656" y="1847088"/>
            <a:ext cx="3474720" cy="2761488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/mnt/data/comento_audit/unpacked/comento-week1-image-processing/results/color_detection/sample_02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88236"/>
            <a:ext cx="2679192" cy="26791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원본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352544" y="1847088"/>
            <a:ext cx="3474720" cy="2761488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comento_audit/unpacked/comento-week1-image-processing/results/color_detection/sample_02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88236"/>
            <a:ext cx="2679192" cy="2679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52544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검출 마스크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8028432" y="1847088"/>
            <a:ext cx="3474720" cy="2761488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/mnt/data/comento_audit/unpacked/comento-week1-image-processing/results/color_detection/sample_02_red_filte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888236"/>
            <a:ext cx="2679192" cy="2679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28432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필터 결과</a:t>
            </a:r>
            <a:endParaRPr lang="en-US" sz="1220" dirty="0"/>
          </a:p>
        </p:txBody>
      </p:sp>
      <p:sp>
        <p:nvSpPr>
          <p:cNvPr id="19" name="Shape 14"/>
          <p:cNvSpPr/>
          <p:nvPr/>
        </p:nvSpPr>
        <p:spPr>
          <a:xfrm>
            <a:off x="676656" y="518464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76656" y="5413248"/>
            <a:ext cx="320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042416" y="541324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픽셀값 확인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1042416" y="57607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크기·색상 채널·중심 픽셀 분석</a:t>
            </a:r>
            <a:endParaRPr lang="en-US" sz="1025" dirty="0"/>
          </a:p>
        </p:txBody>
      </p:sp>
      <p:sp>
        <p:nvSpPr>
          <p:cNvPr id="23" name="Text 18"/>
          <p:cNvSpPr/>
          <p:nvPr/>
        </p:nvSpPr>
        <p:spPr>
          <a:xfrm>
            <a:off x="4334256" y="5413248"/>
            <a:ext cx="320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00016" y="541324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HSV 색상 공간</a:t>
            </a:r>
            <a:endParaRPr lang="en-US" sz="1130" dirty="0"/>
          </a:p>
        </p:txBody>
      </p:sp>
      <p:sp>
        <p:nvSpPr>
          <p:cNvPr id="25" name="Text 20"/>
          <p:cNvSpPr/>
          <p:nvPr/>
        </p:nvSpPr>
        <p:spPr>
          <a:xfrm>
            <a:off x="4700016" y="57607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빨강 Hue가 양 끝에 걸쳐 두 범위를 결합</a:t>
            </a:r>
            <a:endParaRPr lang="en-US" sz="1025" dirty="0"/>
          </a:p>
        </p:txBody>
      </p:sp>
      <p:sp>
        <p:nvSpPr>
          <p:cNvPr id="26" name="Text 21"/>
          <p:cNvSpPr/>
          <p:nvPr/>
        </p:nvSpPr>
        <p:spPr>
          <a:xfrm>
            <a:off x="7982712" y="5413248"/>
            <a:ext cx="320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48472" y="5413248"/>
            <a:ext cx="3172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마스크·결과 저장</a:t>
            </a:r>
            <a:endParaRPr lang="en-US" sz="1130" dirty="0"/>
          </a:p>
        </p:txBody>
      </p:sp>
      <p:sp>
        <p:nvSpPr>
          <p:cNvPr id="28" name="Text 23"/>
          <p:cNvSpPr/>
          <p:nvPr/>
        </p:nvSpPr>
        <p:spPr>
          <a:xfrm>
            <a:off x="8348472" y="576072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빨강만 남긴 실제 결과와 경계값 테스트</a:t>
            </a:r>
            <a:endParaRPr lang="en-US" sz="1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F7B"/>
          </a:solidFill>
          <a:ln w="12700">
            <a:solidFill>
              <a:srgbClr val="176F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7512" y="31089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WEEK 01   /  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COMENTO  ·  2026.10.24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704088"/>
            <a:ext cx="10863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학습용 이미지 전처리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76656" y="1280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요구사항: 크기·색상·노이즈·데이터 증강을 처리하고 학습에 사용할 수치 배열을 만든다.</a:t>
            </a:r>
            <a:endParaRPr lang="en-US" sz="1135" dirty="0"/>
          </a:p>
        </p:txBody>
      </p:sp>
      <p:sp>
        <p:nvSpPr>
          <p:cNvPr id="7" name="Shape 5"/>
          <p:cNvSpPr/>
          <p:nvPr/>
        </p:nvSpPr>
        <p:spPr>
          <a:xfrm>
            <a:off x="667512" y="641908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6656" y="6501384"/>
            <a:ext cx="9893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업무요청서 7–12쪽  |  Food101  |  image_preprocessing.py · README</a:t>
            </a:r>
            <a:endParaRPr lang="en-US" sz="775" dirty="0"/>
          </a:p>
        </p:txBody>
      </p:sp>
      <p:sp>
        <p:nvSpPr>
          <p:cNvPr id="9" name="Text 7"/>
          <p:cNvSpPr/>
          <p:nvPr/>
        </p:nvSpPr>
        <p:spPr>
          <a:xfrm>
            <a:off x="10744200" y="64922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/  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580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/mnt/data/comento_audit/unpacked/comento-week1-image-processing/results/demo/res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888236"/>
            <a:ext cx="2386584" cy="23865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원본 크기 통일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comento_audit/unpacked/comento-week1-image-processing/results/demo/fli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888236"/>
            <a:ext cx="2386584" cy="2386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좌우 반전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/mnt/data/comento_audit/unpacked/comento-week1-image-processing/results/demo/color_chang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1888236"/>
            <a:ext cx="2386584" cy="23865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색상 변화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47088"/>
            <a:ext cx="2468880" cy="246888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/mnt/data/comento_audit/unpacked/comento-week1-image-processing/results/demo/gray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08" y="1888236"/>
            <a:ext cx="2386584" cy="23865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4453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최종 흑백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76656" y="4882896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676656" y="5038344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처리 순서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76656" y="5358384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224×224  →  Blur  →  좌우 반전  →  15° 회전  →  색상 변화  →  Grayscale  →  Normalize</a:t>
            </a:r>
            <a:endParaRPr lang="en-US" sz="1230" dirty="0"/>
          </a:p>
        </p:txBody>
      </p:sp>
      <p:sp>
        <p:nvSpPr>
          <p:cNvPr id="25" name="Shape 19"/>
          <p:cNvSpPr/>
          <p:nvPr/>
        </p:nvSpPr>
        <p:spPr>
          <a:xfrm>
            <a:off x="676656" y="5815584"/>
            <a:ext cx="10826496" cy="384048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868680" y="5870448"/>
            <a:ext cx="10424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 색상 조정은 흑백 변환 전에 수행  ·  float32 정규화 배열(NPY)과 확인용 이미지(PNG)는 분리 저장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F7B"/>
          </a:solidFill>
          <a:ln w="12700">
            <a:solidFill>
              <a:srgbClr val="176F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7512" y="31089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WEEK 01   /   VALIDATION / GIT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COMENTO  ·  2026.10.24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704088"/>
            <a:ext cx="10863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이상치 기준과 검증 결과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76656" y="1280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요구사항: 너무 어둡거나 작은 대상을 필터링하고 결과물의 재현 가능성을 확인한다.</a:t>
            </a:r>
            <a:endParaRPr lang="en-US" sz="1135" dirty="0"/>
          </a:p>
        </p:txBody>
      </p:sp>
      <p:sp>
        <p:nvSpPr>
          <p:cNvPr id="7" name="Shape 5"/>
          <p:cNvSpPr/>
          <p:nvPr/>
        </p:nvSpPr>
        <p:spPr>
          <a:xfrm>
            <a:off x="667512" y="6419088"/>
            <a:ext cx="10863072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6656" y="6501384"/>
            <a:ext cx="9893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업무요청서 7–12쪽  |  Food101  |  image_preprocessing.py · README</a:t>
            </a:r>
            <a:endParaRPr lang="en-US" sz="775" dirty="0"/>
          </a:p>
        </p:txBody>
      </p:sp>
      <p:sp>
        <p:nvSpPr>
          <p:cNvPr id="9" name="Text 7"/>
          <p:cNvSpPr/>
          <p:nvPr/>
        </p:nvSpPr>
        <p:spPr>
          <a:xfrm>
            <a:off x="10744200" y="64922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81909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/  03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76656" y="1801368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이미지 5장 판정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2139696"/>
            <a:ext cx="6684264" cy="402336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6112" y="22494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샘플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505456" y="22494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밝기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069080" y="22494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빨간 영역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843016" y="2249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96112" y="2606040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05456" y="2606040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98.24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2606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0.02%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43016" y="260604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E67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95528" y="3017520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6112" y="3099816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05456" y="309981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129.25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30998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18.10%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43016" y="309981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67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통과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95528" y="3511296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" y="359359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05456" y="359359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133.68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3593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43016" y="359359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E67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5528" y="4005072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96112" y="4087368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05456" y="4087368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154.71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9080" y="40873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6.48%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43016" y="408736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67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통과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95528" y="4498848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6112" y="4581144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05456" y="4581144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152.29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69080" y="458114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0.01%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43016" y="458114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E67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795528" y="4992624"/>
            <a:ext cx="64008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68096" y="5193792"/>
            <a:ext cx="6510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5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제외: 평균 밝기 &lt; 50   또는   가장 큰 빨간 연결 영역 &lt; 5%</a:t>
            </a:r>
            <a:endParaRPr lang="en-US" sz="1065" dirty="0"/>
          </a:p>
        </p:txBody>
      </p:sp>
      <p:sp>
        <p:nvSpPr>
          <p:cNvPr id="42" name="Shape 40"/>
          <p:cNvSpPr/>
          <p:nvPr/>
        </p:nvSpPr>
        <p:spPr>
          <a:xfrm>
            <a:off x="676656" y="5641848"/>
            <a:ext cx="6684264" cy="512064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9536" y="5742432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5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 빨간색 영역이 작아도 실제 음식 객체는 클 수 있다.</a:t>
            </a:r>
            <a:endParaRPr lang="en-US" sz="1055" dirty="0"/>
          </a:p>
        </p:txBody>
      </p:sp>
      <p:sp>
        <p:nvSpPr>
          <p:cNvPr id="44" name="Shape 42"/>
          <p:cNvSpPr/>
          <p:nvPr/>
        </p:nvSpPr>
        <p:spPr>
          <a:xfrm>
            <a:off x="7598664" y="1819656"/>
            <a:ext cx="0" cy="0"/>
          </a:xfrm>
          <a:prstGeom prst="line">
            <a:avLst/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790688" y="180136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및 전달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90688" y="2139696"/>
            <a:ext cx="3675888" cy="100584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046720" y="23134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 / 29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9582912" y="239572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테스트 통과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7790688" y="3282696"/>
            <a:ext cx="3675888" cy="1005840"/>
          </a:xfrm>
          <a:prstGeom prst="rect">
            <a:avLst/>
          </a:prstGeom>
          <a:solidFill>
            <a:srgbClr val="FFFFFF"/>
          </a:solidFill>
          <a:ln w="8255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046720" y="34655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6F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5장</a:t>
            </a:r>
            <a:endParaRPr lang="en-US" sz="2500" dirty="0"/>
          </a:p>
        </p:txBody>
      </p:sp>
      <p:sp>
        <p:nvSpPr>
          <p:cNvPr id="51" name="Text 49"/>
          <p:cNvSpPr/>
          <p:nvPr/>
        </p:nvSpPr>
        <p:spPr>
          <a:xfrm>
            <a:off x="9262872" y="35478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결과 PNG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7799832" y="4599432"/>
            <a:ext cx="3657600" cy="0"/>
          </a:xfrm>
          <a:prstGeom prst="line">
            <a:avLst/>
          </a:prstGeom>
          <a:noFill/>
          <a:ln w="7620">
            <a:solidFill>
              <a:srgbClr val="DDE5E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808976" y="47457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상태</a:t>
            </a:r>
            <a:endParaRPr lang="en-US" sz="1130" dirty="0"/>
          </a:p>
        </p:txBody>
      </p:sp>
      <p:sp>
        <p:nvSpPr>
          <p:cNvPr id="54" name="Text 52"/>
          <p:cNvSpPr/>
          <p:nvPr/>
        </p:nvSpPr>
        <p:spPr>
          <a:xfrm>
            <a:off x="7808976" y="5120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브랜치·커밋 이력 확인</a:t>
            </a:r>
            <a:endParaRPr lang="en-US" sz="1060" dirty="0"/>
          </a:p>
        </p:txBody>
      </p:sp>
      <p:sp>
        <p:nvSpPr>
          <p:cNvPr id="55" name="Text 53"/>
          <p:cNvSpPr/>
          <p:nvPr/>
        </p:nvSpPr>
        <p:spPr>
          <a:xfrm>
            <a:off x="7808976" y="5431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071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Push · PR · 외부 리뷰 · Merge 미완료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코멘토 1주차 | 요구사항·구현·검증</dc:title>
  <dc:subject>Git 활용 및 픽셀 단위 이미지 처리 실습</dc:subject>
  <dc:creator>Comento Week 1</dc:creator>
  <cp:lastModifiedBy>Comento Week 1</cp:lastModifiedBy>
  <cp:revision>1</cp:revision>
  <dcterms:created xsi:type="dcterms:W3CDTF">2026-10-24T07:35:33Z</dcterms:created>
  <dcterms:modified xsi:type="dcterms:W3CDTF">2026-10-24T07:35:33Z</dcterms:modified>
</cp:coreProperties>
</file>