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b07ca9cedc24437" /><Relationship Type="http://schemas.openxmlformats.org/officeDocument/2006/relationships/extended-properties" Target="/docProps/app.xml" Id="R89706881d01842ed" /><Relationship Type="http://schemas.openxmlformats.org/officeDocument/2006/relationships/officeDocument" Target="/ppt/presentation.xml" Id="Rdee0a3184aaf43d5" /></Relationships>
</file>

<file path=ppt/presentation.xml><?xml version="1.0" encoding="utf-8"?>
<p:presentation xmlns:p="http://schemas.openxmlformats.org/presentationml/2006/main">
  <p:sldMasterIdLst>
    <p:sldMasterId xmlns:r="http://schemas.openxmlformats.org/officeDocument/2006/relationships" id="2147483648" r:id="Rc968fb8a41f1401e"/>
  </p:sldMasterIdLst>
  <p:notesMasterIdLst>
    <p:notesMasterId xmlns:r="http://schemas.openxmlformats.org/officeDocument/2006/relationships" r:id="R64609ee95fac4cd2"/>
  </p:notesMasterIdLst>
  <p:sldIdLst>
    <p:sldId xmlns:r="http://schemas.openxmlformats.org/officeDocument/2006/relationships" id="256" r:id="Rf2c3d8d07686402b"/>
    <p:sldId xmlns:r="http://schemas.openxmlformats.org/officeDocument/2006/relationships" id="257" r:id="Rc7a73837d22f4173"/>
    <p:sldId xmlns:r="http://schemas.openxmlformats.org/officeDocument/2006/relationships" id="258" r:id="R663f55b50c864acb"/>
    <p:sldId xmlns:r="http://schemas.openxmlformats.org/officeDocument/2006/relationships" id="259" r:id="Rfe7cd79f69854fb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4320bea3c574d5c" /><Relationship Type="http://schemas.openxmlformats.org/officeDocument/2006/relationships/slideMaster" Target="/ppt/slideMasters/slideMaster1.xml" Id="Rc968fb8a41f1401e" /><Relationship Type="http://schemas.openxmlformats.org/officeDocument/2006/relationships/notesMaster" Target="/ppt/notesMasters/notesMaster1.xml" Id="R64609ee95fac4cd2" /><Relationship Type="http://schemas.openxmlformats.org/officeDocument/2006/relationships/presProps" Target="/ppt/presProps.xml" Id="R16a1ca09d8664a0e" /><Relationship Type="http://schemas.openxmlformats.org/officeDocument/2006/relationships/tableStyles" Target="/ppt/tableStyles.xml" Id="R367987c2d99c4485" /><Relationship Type="http://schemas.openxmlformats.org/officeDocument/2006/relationships/slide" Target="/ppt/slides/slide1.xml" Id="Rf2c3d8d07686402b" /><Relationship Type="http://schemas.openxmlformats.org/officeDocument/2006/relationships/slide" Target="/ppt/slides/slide2.xml" Id="Rc7a73837d22f4173" /><Relationship Type="http://schemas.openxmlformats.org/officeDocument/2006/relationships/slide" Target="/ppt/slides/slide3.xml" Id="R663f55b50c864acb" /><Relationship Type="http://schemas.openxmlformats.org/officeDocument/2006/relationships/slide" Target="/ppt/slides/slide4.xml" Id="Rfe7cd79f69854fb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cb015cde02a4f7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1cbb9fdd904393" /><Relationship Type="http://schemas.openxmlformats.org/officeDocument/2006/relationships/notesMaster" Target="/ppt/notesMasters/notesMaster1.xml" Id="Rf871495a19ba47c1" /></Relationships>
</file>

<file path=ppt/notesSlides/_rels/notesSlide2.xml.rels>&#65279;<?xml version="1.0" encoding="utf-8"?><Relationships xmlns="http://schemas.openxmlformats.org/package/2006/relationships"><Relationship Type="http://schemas.openxmlformats.org/officeDocument/2006/relationships/slide" Target="/ppt/slides/slide2.xml" Id="R6e5b36d69e3f45db" /><Relationship Type="http://schemas.openxmlformats.org/officeDocument/2006/relationships/notesMaster" Target="/ppt/notesMasters/notesMaster1.xml" Id="Rce5aee510b924701" /></Relationships>
</file>

<file path=ppt/notesSlides/_rels/notesSlide3.xml.rels>&#65279;<?xml version="1.0" encoding="utf-8"?><Relationships xmlns="http://schemas.openxmlformats.org/package/2006/relationships"><Relationship Type="http://schemas.openxmlformats.org/officeDocument/2006/relationships/slide" Target="/ppt/slides/slide3.xml" Id="R7277a1a5d64d4132" /><Relationship Type="http://schemas.openxmlformats.org/officeDocument/2006/relationships/notesMaster" Target="/ppt/notesMasters/notesMaster1.xml" Id="R194b6376f13245d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1c4b5da083744d0" /><Relationship Type="http://schemas.openxmlformats.org/officeDocument/2006/relationships/notesMaster" Target="/ppt/notesMasters/notesMaster1.xml" Id="R1a74465fc2df4fd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업무요청서 PDF 6–12페이지. 실제 코드 image_preprocessing.py와 results/run_summary.json. 사진: Hugging Face ethz/food101 train row 4, revision 83488de741c1bd1ce27aa6a2b33e19c7bdf92ca9. https://huggingface.co/datasets/ethz/food101 . 원본 파일과 SHA256은 data/source_manifest.json에 기록. 최종 PNG는 동일 원본의 순차 전처리 결과이며 정규화 실수 데이터 자체가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코드 발췌: image_preprocessing.py detect_red. 줄바꿈과 공백만 편집. H는 uint8에서 0–179, S&gt;=120, V&gt;=70. threshold_brightness는 cv2.threshold(gray,127,255,cv2.THRESH_BINARY)를 사용. 사진 출처: Food101 train row 1, sample_02. Git 상태 근거 docs/git_status.md 및 로컬 git log. 원격 저장소는 생성되었으나 네이티브 Push는 터미널 인증 부재로 실패, 연결 도구에서 새 비공개 저장소 조회는 404. PR·외부 리뷰·Merge는 수행 완료로 표시하지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사진은 동일 Food101 train row 0에서 순차 처리한 실제 결과. Normalize는 grayscale float32/255이며 PNG는 round(array*255) 시각화이므로 Grayscale과 같은 모양. 전체 단계는 README와 results/demo/. 자동검증 29개와 재실행 출력 44개 비교 결과는 docs/evidence/verification.json, unittest.log, reproduction.log. 합성 정상 mean=154.0, ratio=.25 통과; dark mean=15.5, ratio=0으로 두 조건 모두 해당; small mean=178.96, ratio=.01로 제외. 합성 이미지이며 실제 음식 사진으로 오해하지 않도록 표시. 실사진 5장 중 sample_02·04만 빨간 영역 기준 통과.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추적표 기준 공식 25항목: 20 완료, 4 미완료(R08–R11), 1 부분완료(R25). 공식 1차 범위만 구현. 초기 OpenCV 4.13.0.92 import SIGBUS 관찰, 원인 확정 없이 정상 실행을 확인한 opencv-python-headless 4.11.0.86 및 NumPy2.2.6으로 고정. 파일과 README 실제 명령 재현 완료. 색상 마스크 기반 영역은 일반 객체 탐지 아님. 다음 주차 문구는 개선 방향이며 이번 구현 기능 아님. 원문 p10은 외부 리뷰와 병합 허가 후 Merge를 요구. 실제 PR과 허가 없으므로 전체 과제 최종 승인 조건 미충족.</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a14cabae99e4dd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bb05a2d3825432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7cb256ce6a5432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b8ba0563b6a435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8371d9f584b4ed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4a5ee06e675499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870BD7B-E130-4D20-A88C-651A66DBCAB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4ED9E26-C968-4EC1-9E3B-2838429273D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F2B6E63-EA6D-483B-8EF0-52C41C65366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0CDA4E2-4A43-44A6-8F3D-D826E5D8B44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852B956-BD35-44CA-AF8B-7CC12D231F2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A94663E-2DBC-480D-8223-E0D3FFA332E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1B17386-9E8E-4EFF-82D1-E9408170F83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E7434C0-2ED1-411B-B534-1CD5D88DDB1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8689500-85F7-4012-9D1C-D9D03CF09AF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C5AE347-814A-4D51-A9AC-C9A9F28B333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eeebbe220834a45" /><Relationship Type="http://schemas.openxmlformats.org/officeDocument/2006/relationships/slideLayout" Target="/ppt/slideLayouts/slideLayout1.xml" Id="R3ec02e195a0f4a6a" /><Relationship Type="http://schemas.openxmlformats.org/officeDocument/2006/relationships/slideLayout" Target="/ppt/slideLayouts/slideLayout2.xml" Id="R231de0997bb641c8" /><Relationship Type="http://schemas.openxmlformats.org/officeDocument/2006/relationships/slideLayout" Target="/ppt/slideLayouts/slideLayout3.xml" Id="R7e6fe58a3966433d" /><Relationship Type="http://schemas.openxmlformats.org/officeDocument/2006/relationships/slideLayout" Target="/ppt/slideLayouts/slideLayout4.xml" Id="R91ed4c4618134896" /><Relationship Type="http://schemas.openxmlformats.org/officeDocument/2006/relationships/slideLayout" Target="/ppt/slideLayouts/slideLayout5.xml" Id="Rf6047e9437ec4316" /><Relationship Type="http://schemas.openxmlformats.org/officeDocument/2006/relationships/slideLayout" Target="/ppt/slideLayouts/slideLayout6.xml" Id="Rea2ca585bb9c47d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ec02e195a0f4a6a"/>
    <p:sldLayoutId xmlns:r="http://schemas.openxmlformats.org/officeDocument/2006/relationships" id="2147483650" r:id="R231de0997bb641c8"/>
    <p:sldLayoutId xmlns:r="http://schemas.openxmlformats.org/officeDocument/2006/relationships" id="2147483651" r:id="R7e6fe58a3966433d"/>
    <p:sldLayoutId xmlns:r="http://schemas.openxmlformats.org/officeDocument/2006/relationships" id="2147483652" r:id="R91ed4c4618134896"/>
    <p:sldLayoutId xmlns:r="http://schemas.openxmlformats.org/officeDocument/2006/relationships" id="2147483653" r:id="Rf6047e9437ec4316"/>
    <p:sldLayoutId xmlns:r="http://schemas.openxmlformats.org/officeDocument/2006/relationships" id="2147483654" r:id="Rea2ca585bb9c47d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741d44e3438423b" /><Relationship Type="http://schemas.openxmlformats.org/officeDocument/2006/relationships/image" Target="/ppt/media/image.jpeg" Id="R8a27672e5996407d" /><Relationship Type="http://schemas.openxmlformats.org/officeDocument/2006/relationships/image" Target="/ppt/media/image.png" Id="R34c875d886e54ad9" /><Relationship Type="http://schemas.openxmlformats.org/officeDocument/2006/relationships/notesSlide" Target="/ppt/notesSlides/notesSlide1.xml" Id="R28bb80ec494b425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15834abe2cb4b27" /><Relationship Type="http://schemas.openxmlformats.org/officeDocument/2006/relationships/image" Target="/ppt/media/image2.png" Id="R468b7d87aa304159" /><Relationship Type="http://schemas.openxmlformats.org/officeDocument/2006/relationships/image" Target="/ppt/media/image3.png" Id="Re8214366b1e94518" /><Relationship Type="http://schemas.openxmlformats.org/officeDocument/2006/relationships/image" Target="/ppt/media/image4.png" Id="R6494ff4086df4470" /><Relationship Type="http://schemas.openxmlformats.org/officeDocument/2006/relationships/notesSlide" Target="/ppt/notesSlides/notesSlide2.xml" Id="R2ca42efab9d1480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ea146b242f5482a" /><Relationship Type="http://schemas.openxmlformats.org/officeDocument/2006/relationships/image" Target="/ppt/media/image2.jpeg" Id="Rc3d3b238936a4af1" /><Relationship Type="http://schemas.openxmlformats.org/officeDocument/2006/relationships/image" Target="/ppt/media/image5.png" Id="Rec8f12ef5de54ec7" /><Relationship Type="http://schemas.openxmlformats.org/officeDocument/2006/relationships/image" Target="/ppt/media/image6.png" Id="Rb88430d9e6084652" /><Relationship Type="http://schemas.openxmlformats.org/officeDocument/2006/relationships/image" Target="/ppt/media/image7.png" Id="Rae884b144ca648d1" /><Relationship Type="http://schemas.openxmlformats.org/officeDocument/2006/relationships/image" Target="/ppt/media/image8.png" Id="R703d5b6a128b473e" /><Relationship Type="http://schemas.openxmlformats.org/officeDocument/2006/relationships/image" Target="/ppt/media/image9.png" Id="R85dcac5c77ee4de8" /><Relationship Type="http://schemas.openxmlformats.org/officeDocument/2006/relationships/image" Target="/ppt/media/image10.png" Id="R7fcd0339ccef4e41" /><Relationship Type="http://schemas.openxmlformats.org/officeDocument/2006/relationships/notesSlide" Target="/ppt/notesSlides/notesSlide3.xml" Id="Re84877b075bb421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91df2271bf54ac8" /><Relationship Type="http://schemas.openxmlformats.org/officeDocument/2006/relationships/notesSlide" Target="/ppt/notesSlides/notesSlide4.xml" Id="R819931c2a2b24d4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5074824-0F25-47D0-AF93-A727A4EF87F2}"/>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32B3A"/>
                </a:solidFill>
                <a:latin typeface="Noto Sans KR"/>
                <a:ea typeface="Noto Sans KR"/>
                <a:cs typeface="Noto Sans KR"/>
              </a:defRPr>
            </a:defPPr>
            <a:lvl1pPr>
              <a:defRPr sz="3300" b="1">
                <a:solidFill>
                  <a:srgbClr val="132B3A"/>
                </a:solidFill>
                <a:latin typeface="Noto Sans KR"/>
                <a:ea typeface="Noto Sans KR"/>
                <a:cs typeface="Noto Sans KR"/>
              </a:defRPr>
            </a:lvl1pPr>
            <a:lvl2pPr>
              <a:defRPr sz="3300" b="1">
                <a:solidFill>
                  <a:srgbClr val="132B3A"/>
                </a:solidFill>
                <a:latin typeface="Noto Sans KR"/>
                <a:ea typeface="Noto Sans KR"/>
                <a:cs typeface="Noto Sans KR"/>
              </a:defRPr>
            </a:lvl2pPr>
            <a:lvl3pPr>
              <a:defRPr sz="3300" b="1">
                <a:solidFill>
                  <a:srgbClr val="132B3A"/>
                </a:solidFill>
                <a:latin typeface="Noto Sans KR"/>
                <a:ea typeface="Noto Sans KR"/>
                <a:cs typeface="Noto Sans KR"/>
              </a:defRPr>
            </a:lvl3pPr>
            <a:lvl4pPr>
              <a:defRPr sz="3300" b="1">
                <a:solidFill>
                  <a:srgbClr val="132B3A"/>
                </a:solidFill>
                <a:latin typeface="Noto Sans KR"/>
                <a:ea typeface="Noto Sans KR"/>
                <a:cs typeface="Noto Sans KR"/>
              </a:defRPr>
            </a:lvl4pPr>
            <a:lvl5pPr>
              <a:defRPr sz="3300" b="1">
                <a:solidFill>
                  <a:srgbClr val="132B3A"/>
                </a:solidFill>
                <a:latin typeface="Noto Sans KR"/>
                <a:ea typeface="Noto Sans KR"/>
                <a:cs typeface="Noto Sans KR"/>
              </a:defRPr>
            </a:lvl5pPr>
            <a:lvl6pPr>
              <a:defRPr sz="3300" b="1">
                <a:solidFill>
                  <a:srgbClr val="132B3A"/>
                </a:solidFill>
                <a:latin typeface="Noto Sans KR"/>
                <a:ea typeface="Noto Sans KR"/>
                <a:cs typeface="Noto Sans KR"/>
              </a:defRPr>
            </a:lvl6pPr>
            <a:lvl7pPr>
              <a:defRPr sz="3300" b="1">
                <a:solidFill>
                  <a:srgbClr val="132B3A"/>
                </a:solidFill>
                <a:latin typeface="Noto Sans KR"/>
                <a:ea typeface="Noto Sans KR"/>
                <a:cs typeface="Noto Sans KR"/>
              </a:defRPr>
            </a:lvl7pPr>
            <a:lvl8pPr>
              <a:defRPr sz="3300" b="1">
                <a:solidFill>
                  <a:srgbClr val="132B3A"/>
                </a:solidFill>
                <a:latin typeface="Noto Sans KR"/>
                <a:ea typeface="Noto Sans KR"/>
                <a:cs typeface="Noto Sans KR"/>
              </a:defRPr>
            </a:lvl8pPr>
            <a:lvl9pPr>
              <a:defRPr sz="3300" b="1">
                <a:solidFill>
                  <a:srgbClr val="132B3A"/>
                </a:solidFill>
                <a:latin typeface="Noto Sans KR"/>
                <a:ea typeface="Noto Sans KR"/>
                <a:cs typeface="Noto Sans KR"/>
              </a:defRPr>
            </a:lvl9pPr>
          </a:lstStyle>
          <a:p xmlns:a="http://schemas.openxmlformats.org/drawingml/2006/main">
            <a:pPr>
              <a:defRPr sz="3300" b="1">
                <a:solidFill>
                  <a:srgbClr val="132B3A"/>
                </a:solidFill>
                <a:latin typeface="Noto Sans KR"/>
                <a:ea typeface="Noto Sans KR"/>
                <a:cs typeface="Noto Sans KR"/>
              </a:defRPr>
            </a:pPr>
            <a:r>
              <a:rPr sz="3300" b="1">
                <a:solidFill>
                  <a:srgbClr val="132B3A"/>
                </a:solidFill>
                <a:latin typeface="Noto Sans KR"/>
                <a:ea typeface="Noto Sans KR"/>
                <a:cs typeface="Noto Sans KR"/>
              </a:rPr>
              <a:t>픽셀 처리와 학습용 이미지 전처리</a:t>
            </a:r>
          </a:p>
        </p:txBody>
      </p:sp>
      <p:sp>
        <p:nvSpPr>
          <p:cNvPr id="2" name="">
            <a:extLst xmlns:a="http://schemas.openxmlformats.org/drawingml/2006/main">
              <a:ext uri="{FF2B5EF4-FFF2-40B4-BE49-F238E27FC236}">
                <a16:creationId xmlns:a16="http://schemas.microsoft.com/office/drawing/2014/main" id="{B2459184-0D80-406E-8BAF-4ADE51D62C74}"/>
              </a:ext>
            </a:extLst>
          </p:cNvPr>
          <p:cNvSpPr>
            <a:spLocks xmlns:a="http://schemas.openxmlformats.org/drawingml/2006/main" noGrp="1"/>
          </p:cNvSpPr>
          <p:nvPr/>
        </p:nvSpPr>
        <p:spPr>
          <a:xfrm xmlns:a="http://schemas.openxmlformats.org/drawingml/2006/main">
            <a:off x="609600" y="6477000"/>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4C5A64"/>
                </a:solidFill>
                <a:latin typeface="Noto Sans KR"/>
                <a:ea typeface="Noto Sans KR"/>
                <a:cs typeface="Noto Sans KR"/>
              </a:defRPr>
            </a:defPPr>
            <a:lvl1pPr>
              <a:defRPr sz="1275" b="0">
                <a:solidFill>
                  <a:srgbClr val="4C5A64"/>
                </a:solidFill>
                <a:latin typeface="Noto Sans KR"/>
                <a:ea typeface="Noto Sans KR"/>
                <a:cs typeface="Noto Sans KR"/>
              </a:defRPr>
            </a:lvl1pPr>
            <a:lvl2pPr>
              <a:defRPr sz="1275" b="0">
                <a:solidFill>
                  <a:srgbClr val="4C5A64"/>
                </a:solidFill>
                <a:latin typeface="Noto Sans KR"/>
                <a:ea typeface="Noto Sans KR"/>
                <a:cs typeface="Noto Sans KR"/>
              </a:defRPr>
            </a:lvl2pPr>
            <a:lvl3pPr>
              <a:defRPr sz="1275" b="0">
                <a:solidFill>
                  <a:srgbClr val="4C5A64"/>
                </a:solidFill>
                <a:latin typeface="Noto Sans KR"/>
                <a:ea typeface="Noto Sans KR"/>
                <a:cs typeface="Noto Sans KR"/>
              </a:defRPr>
            </a:lvl3pPr>
            <a:lvl4pPr>
              <a:defRPr sz="1275" b="0">
                <a:solidFill>
                  <a:srgbClr val="4C5A64"/>
                </a:solidFill>
                <a:latin typeface="Noto Sans KR"/>
                <a:ea typeface="Noto Sans KR"/>
                <a:cs typeface="Noto Sans KR"/>
              </a:defRPr>
            </a:lvl4pPr>
            <a:lvl5pPr>
              <a:defRPr sz="1275" b="0">
                <a:solidFill>
                  <a:srgbClr val="4C5A64"/>
                </a:solidFill>
                <a:latin typeface="Noto Sans KR"/>
                <a:ea typeface="Noto Sans KR"/>
                <a:cs typeface="Noto Sans KR"/>
              </a:defRPr>
            </a:lvl5pPr>
            <a:lvl6pPr>
              <a:defRPr sz="1275" b="0">
                <a:solidFill>
                  <a:srgbClr val="4C5A64"/>
                </a:solidFill>
                <a:latin typeface="Noto Sans KR"/>
                <a:ea typeface="Noto Sans KR"/>
                <a:cs typeface="Noto Sans KR"/>
              </a:defRPr>
            </a:lvl6pPr>
            <a:lvl7pPr>
              <a:defRPr sz="1275" b="0">
                <a:solidFill>
                  <a:srgbClr val="4C5A64"/>
                </a:solidFill>
                <a:latin typeface="Noto Sans KR"/>
                <a:ea typeface="Noto Sans KR"/>
                <a:cs typeface="Noto Sans KR"/>
              </a:defRPr>
            </a:lvl7pPr>
            <a:lvl8pPr>
              <a:defRPr sz="1275" b="0">
                <a:solidFill>
                  <a:srgbClr val="4C5A64"/>
                </a:solidFill>
                <a:latin typeface="Noto Sans KR"/>
                <a:ea typeface="Noto Sans KR"/>
                <a:cs typeface="Noto Sans KR"/>
              </a:defRPr>
            </a:lvl8pPr>
            <a:lvl9pPr>
              <a:defRPr sz="1275" b="0">
                <a:solidFill>
                  <a:srgbClr val="4C5A64"/>
                </a:solidFill>
                <a:latin typeface="Noto Sans KR"/>
                <a:ea typeface="Noto Sans KR"/>
                <a:cs typeface="Noto Sans KR"/>
              </a:defRPr>
            </a:lvl9pPr>
          </a:lstStyle>
          <a:p xmlns:a="http://schemas.openxmlformats.org/drawingml/2006/main">
            <a:pPr>
              <a:defRPr sz="1275" b="0">
                <a:solidFill>
                  <a:srgbClr val="4C5A64"/>
                </a:solidFill>
                <a:latin typeface="Noto Sans KR"/>
                <a:ea typeface="Noto Sans KR"/>
                <a:cs typeface="Noto Sans KR"/>
              </a:defRPr>
            </a:pPr>
            <a:r>
              <a:rPr sz="1275" b="0">
                <a:solidFill>
                  <a:srgbClr val="4C5A64"/>
                </a:solidFill>
                <a:latin typeface="Noto Sans KR"/>
                <a:ea typeface="Noto Sans KR"/>
                <a:cs typeface="Noto Sans KR"/>
              </a:rPr>
              <a:t>COMENTO WEEK 1  ·  2026.10.23</a:t>
            </a:r>
          </a:p>
        </p:txBody>
      </p:sp>
      <p:sp>
        <p:nvSpPr>
          <p:cNvPr id="3" name="">
            <a:extLst xmlns:a="http://schemas.openxmlformats.org/drawingml/2006/main">
              <a:ext uri="{FF2B5EF4-FFF2-40B4-BE49-F238E27FC236}">
                <a16:creationId xmlns:a16="http://schemas.microsoft.com/office/drawing/2014/main" id="{34B6B783-E7A0-466A-85F3-3275577324CC}"/>
              </a:ext>
            </a:extLst>
          </p:cNvPr>
          <p:cNvSpPr>
            <a:spLocks xmlns:a="http://schemas.openxmlformats.org/drawingml/2006/main" noGrp="1"/>
          </p:cNvSpPr>
          <p:nvPr/>
        </p:nvSpPr>
        <p:spPr>
          <a:xfrm xmlns:a="http://schemas.openxmlformats.org/drawingml/2006/main">
            <a:off x="10763250" y="64770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4C5A64"/>
                </a:solidFill>
                <a:latin typeface="Noto Sans KR"/>
                <a:ea typeface="Noto Sans KR"/>
                <a:cs typeface="Noto Sans KR"/>
              </a:defRPr>
            </a:defPPr>
            <a:lvl1pPr>
              <a:defRPr sz="1275" b="0">
                <a:solidFill>
                  <a:srgbClr val="4C5A64"/>
                </a:solidFill>
                <a:latin typeface="Noto Sans KR"/>
                <a:ea typeface="Noto Sans KR"/>
                <a:cs typeface="Noto Sans KR"/>
              </a:defRPr>
            </a:lvl1pPr>
            <a:lvl2pPr>
              <a:defRPr sz="1275" b="0">
                <a:solidFill>
                  <a:srgbClr val="4C5A64"/>
                </a:solidFill>
                <a:latin typeface="Noto Sans KR"/>
                <a:ea typeface="Noto Sans KR"/>
                <a:cs typeface="Noto Sans KR"/>
              </a:defRPr>
            </a:lvl2pPr>
            <a:lvl3pPr>
              <a:defRPr sz="1275" b="0">
                <a:solidFill>
                  <a:srgbClr val="4C5A64"/>
                </a:solidFill>
                <a:latin typeface="Noto Sans KR"/>
                <a:ea typeface="Noto Sans KR"/>
                <a:cs typeface="Noto Sans KR"/>
              </a:defRPr>
            </a:lvl3pPr>
            <a:lvl4pPr>
              <a:defRPr sz="1275" b="0">
                <a:solidFill>
                  <a:srgbClr val="4C5A64"/>
                </a:solidFill>
                <a:latin typeface="Noto Sans KR"/>
                <a:ea typeface="Noto Sans KR"/>
                <a:cs typeface="Noto Sans KR"/>
              </a:defRPr>
            </a:lvl4pPr>
            <a:lvl5pPr>
              <a:defRPr sz="1275" b="0">
                <a:solidFill>
                  <a:srgbClr val="4C5A64"/>
                </a:solidFill>
                <a:latin typeface="Noto Sans KR"/>
                <a:ea typeface="Noto Sans KR"/>
                <a:cs typeface="Noto Sans KR"/>
              </a:defRPr>
            </a:lvl5pPr>
            <a:lvl6pPr>
              <a:defRPr sz="1275" b="0">
                <a:solidFill>
                  <a:srgbClr val="4C5A64"/>
                </a:solidFill>
                <a:latin typeface="Noto Sans KR"/>
                <a:ea typeface="Noto Sans KR"/>
                <a:cs typeface="Noto Sans KR"/>
              </a:defRPr>
            </a:lvl6pPr>
            <a:lvl7pPr>
              <a:defRPr sz="1275" b="0">
                <a:solidFill>
                  <a:srgbClr val="4C5A64"/>
                </a:solidFill>
                <a:latin typeface="Noto Sans KR"/>
                <a:ea typeface="Noto Sans KR"/>
                <a:cs typeface="Noto Sans KR"/>
              </a:defRPr>
            </a:lvl7pPr>
            <a:lvl8pPr>
              <a:defRPr sz="1275" b="0">
                <a:solidFill>
                  <a:srgbClr val="4C5A64"/>
                </a:solidFill>
                <a:latin typeface="Noto Sans KR"/>
                <a:ea typeface="Noto Sans KR"/>
                <a:cs typeface="Noto Sans KR"/>
              </a:defRPr>
            </a:lvl8pPr>
            <a:lvl9pPr>
              <a:defRPr sz="1275" b="0">
                <a:solidFill>
                  <a:srgbClr val="4C5A64"/>
                </a:solidFill>
                <a:latin typeface="Noto Sans KR"/>
                <a:ea typeface="Noto Sans KR"/>
                <a:cs typeface="Noto Sans KR"/>
              </a:defRPr>
            </a:lvl9pPr>
          </a:lstStyle>
          <a:p xmlns:a="http://schemas.openxmlformats.org/drawingml/2006/main">
            <a:pPr>
              <a:defRPr sz="1275" b="0">
                <a:solidFill>
                  <a:srgbClr val="4C5A64"/>
                </a:solidFill>
                <a:latin typeface="Noto Sans KR"/>
                <a:ea typeface="Noto Sans KR"/>
                <a:cs typeface="Noto Sans KR"/>
              </a:defRPr>
            </a:pPr>
            <a:r>
              <a:rPr sz="1275" b="0">
                <a:solidFill>
                  <a:srgbClr val="4C5A64"/>
                </a:solidFill>
                <a:latin typeface="Noto Sans KR"/>
                <a:ea typeface="Noto Sans KR"/>
                <a:cs typeface="Noto Sans KR"/>
              </a:rPr>
              <a:t>1 / 4</a:t>
            </a:r>
          </a:p>
        </p:txBody>
      </p:sp>
      <p:sp>
        <p:nvSpPr>
          <p:cNvPr id="4" name="">
            <a:extLst xmlns:a="http://schemas.openxmlformats.org/drawingml/2006/main">
              <a:ext uri="{FF2B5EF4-FFF2-40B4-BE49-F238E27FC236}">
                <a16:creationId xmlns:a16="http://schemas.microsoft.com/office/drawing/2014/main" id="{FC5882E3-1E7E-4B5E-9B90-F830ED62C13B}"/>
              </a:ext>
            </a:extLst>
          </p:cNvPr>
          <p:cNvSpPr>
            <a:spLocks xmlns:a="http://schemas.openxmlformats.org/drawingml/2006/main" noGrp="1"/>
          </p:cNvSpPr>
          <p:nvPr/>
        </p:nvSpPr>
        <p:spPr>
          <a:xfrm xmlns:a="http://schemas.openxmlformats.org/drawingml/2006/main">
            <a:off x="609600" y="1219200"/>
            <a:ext cx="1076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0">
                <a:solidFill>
                  <a:srgbClr val="4C5A64"/>
                </a:solidFill>
                <a:latin typeface="Noto Sans KR"/>
                <a:ea typeface="Noto Sans KR"/>
                <a:cs typeface="Noto Sans KR"/>
              </a:defRPr>
            </a:defPPr>
            <a:lvl1pPr>
              <a:defRPr sz="1875" b="0">
                <a:solidFill>
                  <a:srgbClr val="4C5A64"/>
                </a:solidFill>
                <a:latin typeface="Noto Sans KR"/>
                <a:ea typeface="Noto Sans KR"/>
                <a:cs typeface="Noto Sans KR"/>
              </a:defRPr>
            </a:lvl1pPr>
            <a:lvl2pPr>
              <a:defRPr sz="1875" b="0">
                <a:solidFill>
                  <a:srgbClr val="4C5A64"/>
                </a:solidFill>
                <a:latin typeface="Noto Sans KR"/>
                <a:ea typeface="Noto Sans KR"/>
                <a:cs typeface="Noto Sans KR"/>
              </a:defRPr>
            </a:lvl2pPr>
            <a:lvl3pPr>
              <a:defRPr sz="1875" b="0">
                <a:solidFill>
                  <a:srgbClr val="4C5A64"/>
                </a:solidFill>
                <a:latin typeface="Noto Sans KR"/>
                <a:ea typeface="Noto Sans KR"/>
                <a:cs typeface="Noto Sans KR"/>
              </a:defRPr>
            </a:lvl3pPr>
            <a:lvl4pPr>
              <a:defRPr sz="1875" b="0">
                <a:solidFill>
                  <a:srgbClr val="4C5A64"/>
                </a:solidFill>
                <a:latin typeface="Noto Sans KR"/>
                <a:ea typeface="Noto Sans KR"/>
                <a:cs typeface="Noto Sans KR"/>
              </a:defRPr>
            </a:lvl4pPr>
            <a:lvl5pPr>
              <a:defRPr sz="1875" b="0">
                <a:solidFill>
                  <a:srgbClr val="4C5A64"/>
                </a:solidFill>
                <a:latin typeface="Noto Sans KR"/>
                <a:ea typeface="Noto Sans KR"/>
                <a:cs typeface="Noto Sans KR"/>
              </a:defRPr>
            </a:lvl5pPr>
            <a:lvl6pPr>
              <a:defRPr sz="1875" b="0">
                <a:solidFill>
                  <a:srgbClr val="4C5A64"/>
                </a:solidFill>
                <a:latin typeface="Noto Sans KR"/>
                <a:ea typeface="Noto Sans KR"/>
                <a:cs typeface="Noto Sans KR"/>
              </a:defRPr>
            </a:lvl6pPr>
            <a:lvl7pPr>
              <a:defRPr sz="1875" b="0">
                <a:solidFill>
                  <a:srgbClr val="4C5A64"/>
                </a:solidFill>
                <a:latin typeface="Noto Sans KR"/>
                <a:ea typeface="Noto Sans KR"/>
                <a:cs typeface="Noto Sans KR"/>
              </a:defRPr>
            </a:lvl7pPr>
            <a:lvl8pPr>
              <a:defRPr sz="1875" b="0">
                <a:solidFill>
                  <a:srgbClr val="4C5A64"/>
                </a:solidFill>
                <a:latin typeface="Noto Sans KR"/>
                <a:ea typeface="Noto Sans KR"/>
                <a:cs typeface="Noto Sans KR"/>
              </a:defRPr>
            </a:lvl8pPr>
            <a:lvl9pPr>
              <a:defRPr sz="1875" b="0">
                <a:solidFill>
                  <a:srgbClr val="4C5A64"/>
                </a:solidFill>
                <a:latin typeface="Noto Sans KR"/>
                <a:ea typeface="Noto Sans KR"/>
                <a:cs typeface="Noto Sans KR"/>
              </a:defRPr>
            </a:lvl9pPr>
          </a:lstStyle>
          <a:p xmlns:a="http://schemas.openxmlformats.org/drawingml/2006/main">
            <a:pPr>
              <a:defRPr sz="1875" b="0">
                <a:solidFill>
                  <a:srgbClr val="4C5A64"/>
                </a:solidFill>
                <a:latin typeface="Noto Sans KR"/>
                <a:ea typeface="Noto Sans KR"/>
                <a:cs typeface="Noto Sans KR"/>
              </a:defRPr>
            </a:pPr>
            <a:r>
              <a:rPr sz="1875" b="0">
                <a:solidFill>
                  <a:srgbClr val="4C5A64"/>
                </a:solidFill>
                <a:latin typeface="Noto Sans KR"/>
                <a:ea typeface="Noto Sans KR"/>
                <a:cs typeface="Noto Sans KR"/>
              </a:rPr>
              <a:t>업무요청서 p6–12 · Computer Vision POC의 기초 실습</a:t>
            </a:r>
          </a:p>
        </p:txBody>
      </p:sp>
      <p:sp>
        <p:nvSpPr>
          <p:cNvPr id="5" name="">
            <a:extLst xmlns:a="http://schemas.openxmlformats.org/drawingml/2006/main">
              <a:ext uri="{FF2B5EF4-FFF2-40B4-BE49-F238E27FC236}">
                <a16:creationId xmlns:a16="http://schemas.microsoft.com/office/drawing/2014/main" id="{A250EDC3-0779-4F46-BEF5-8F80A67AFE4F}"/>
              </a:ext>
            </a:extLst>
          </p:cNvPr>
          <p:cNvSpPr>
            <a:spLocks xmlns:a="http://schemas.openxmlformats.org/drawingml/2006/main" noGrp="1"/>
          </p:cNvSpPr>
          <p:nvPr/>
        </p:nvSpPr>
        <p:spPr>
          <a:xfrm xmlns:a="http://schemas.openxmlformats.org/drawingml/2006/main">
            <a:off x="609600" y="2000250"/>
            <a:ext cx="6000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7E83"/>
                </a:solidFill>
                <a:latin typeface="Noto Sans KR"/>
                <a:ea typeface="Noto Sans KR"/>
                <a:cs typeface="Noto Sans KR"/>
              </a:defRPr>
            </a:defPPr>
            <a:lvl1pPr>
              <a:defRPr sz="2250" b="1">
                <a:solidFill>
                  <a:srgbClr val="007E83"/>
                </a:solidFill>
                <a:latin typeface="Noto Sans KR"/>
                <a:ea typeface="Noto Sans KR"/>
                <a:cs typeface="Noto Sans KR"/>
              </a:defRPr>
            </a:lvl1pPr>
            <a:lvl2pPr>
              <a:defRPr sz="2250" b="1">
                <a:solidFill>
                  <a:srgbClr val="007E83"/>
                </a:solidFill>
                <a:latin typeface="Noto Sans KR"/>
                <a:ea typeface="Noto Sans KR"/>
                <a:cs typeface="Noto Sans KR"/>
              </a:defRPr>
            </a:lvl2pPr>
            <a:lvl3pPr>
              <a:defRPr sz="2250" b="1">
                <a:solidFill>
                  <a:srgbClr val="007E83"/>
                </a:solidFill>
                <a:latin typeface="Noto Sans KR"/>
                <a:ea typeface="Noto Sans KR"/>
                <a:cs typeface="Noto Sans KR"/>
              </a:defRPr>
            </a:lvl3pPr>
            <a:lvl4pPr>
              <a:defRPr sz="2250" b="1">
                <a:solidFill>
                  <a:srgbClr val="007E83"/>
                </a:solidFill>
                <a:latin typeface="Noto Sans KR"/>
                <a:ea typeface="Noto Sans KR"/>
                <a:cs typeface="Noto Sans KR"/>
              </a:defRPr>
            </a:lvl4pPr>
            <a:lvl5pPr>
              <a:defRPr sz="2250" b="1">
                <a:solidFill>
                  <a:srgbClr val="007E83"/>
                </a:solidFill>
                <a:latin typeface="Noto Sans KR"/>
                <a:ea typeface="Noto Sans KR"/>
                <a:cs typeface="Noto Sans KR"/>
              </a:defRPr>
            </a:lvl5pPr>
            <a:lvl6pPr>
              <a:defRPr sz="2250" b="1">
                <a:solidFill>
                  <a:srgbClr val="007E83"/>
                </a:solidFill>
                <a:latin typeface="Noto Sans KR"/>
                <a:ea typeface="Noto Sans KR"/>
                <a:cs typeface="Noto Sans KR"/>
              </a:defRPr>
            </a:lvl6pPr>
            <a:lvl7pPr>
              <a:defRPr sz="2250" b="1">
                <a:solidFill>
                  <a:srgbClr val="007E83"/>
                </a:solidFill>
                <a:latin typeface="Noto Sans KR"/>
                <a:ea typeface="Noto Sans KR"/>
                <a:cs typeface="Noto Sans KR"/>
              </a:defRPr>
            </a:lvl7pPr>
            <a:lvl8pPr>
              <a:defRPr sz="2250" b="1">
                <a:solidFill>
                  <a:srgbClr val="007E83"/>
                </a:solidFill>
                <a:latin typeface="Noto Sans KR"/>
                <a:ea typeface="Noto Sans KR"/>
                <a:cs typeface="Noto Sans KR"/>
              </a:defRPr>
            </a:lvl8pPr>
            <a:lvl9pPr>
              <a:defRPr sz="2250" b="1">
                <a:solidFill>
                  <a:srgbClr val="007E83"/>
                </a:solidFill>
                <a:latin typeface="Noto Sans KR"/>
                <a:ea typeface="Noto Sans KR"/>
                <a:cs typeface="Noto Sans KR"/>
              </a:defRPr>
            </a:lvl9pPr>
          </a:lstStyle>
          <a:p xmlns:a="http://schemas.openxmlformats.org/drawingml/2006/main">
            <a:pPr>
              <a:defRPr sz="2250" b="1">
                <a:solidFill>
                  <a:srgbClr val="007E83"/>
                </a:solidFill>
                <a:latin typeface="Noto Sans KR"/>
                <a:ea typeface="Noto Sans KR"/>
                <a:cs typeface="Noto Sans KR"/>
              </a:defRPr>
            </a:pPr>
            <a:r>
              <a:rPr sz="2250" b="1">
                <a:solidFill>
                  <a:srgbClr val="007E83"/>
                </a:solidFill>
                <a:latin typeface="Noto Sans KR"/>
                <a:ea typeface="Noto Sans KR"/>
                <a:cs typeface="Noto Sans KR"/>
              </a:rPr>
              <a:t>OpenCV 색상 검출</a:t>
            </a:r>
          </a:p>
        </p:txBody>
      </p:sp>
      <p:sp>
        <p:nvSpPr>
          <p:cNvPr id="6" name="">
            <a:extLst xmlns:a="http://schemas.openxmlformats.org/drawingml/2006/main">
              <a:ext uri="{FF2B5EF4-FFF2-40B4-BE49-F238E27FC236}">
                <a16:creationId xmlns:a16="http://schemas.microsoft.com/office/drawing/2014/main" id="{F5D338D9-C03C-439D-8BF3-6AF71B14115A}"/>
              </a:ext>
            </a:extLst>
          </p:cNvPr>
          <p:cNvSpPr>
            <a:spLocks xmlns:a="http://schemas.openxmlformats.org/drawingml/2006/main" noGrp="1"/>
          </p:cNvSpPr>
          <p:nvPr/>
        </p:nvSpPr>
        <p:spPr>
          <a:xfrm xmlns:a="http://schemas.openxmlformats.org/drawingml/2006/main">
            <a:off x="609600" y="2476500"/>
            <a:ext cx="61912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0">
                <a:solidFill>
                  <a:srgbClr val="132B3A"/>
                </a:solidFill>
                <a:latin typeface="Noto Sans KR"/>
                <a:ea typeface="Noto Sans KR"/>
                <a:cs typeface="Noto Sans KR"/>
              </a:defRPr>
            </a:defPPr>
            <a:lvl1pPr>
              <a:defRPr sz="1875" b="0">
                <a:solidFill>
                  <a:srgbClr val="132B3A"/>
                </a:solidFill>
                <a:latin typeface="Noto Sans KR"/>
                <a:ea typeface="Noto Sans KR"/>
                <a:cs typeface="Noto Sans KR"/>
              </a:defRPr>
            </a:lvl1pPr>
            <a:lvl2pPr>
              <a:defRPr sz="1875" b="0">
                <a:solidFill>
                  <a:srgbClr val="132B3A"/>
                </a:solidFill>
                <a:latin typeface="Noto Sans KR"/>
                <a:ea typeface="Noto Sans KR"/>
                <a:cs typeface="Noto Sans KR"/>
              </a:defRPr>
            </a:lvl2pPr>
            <a:lvl3pPr>
              <a:defRPr sz="1875" b="0">
                <a:solidFill>
                  <a:srgbClr val="132B3A"/>
                </a:solidFill>
                <a:latin typeface="Noto Sans KR"/>
                <a:ea typeface="Noto Sans KR"/>
                <a:cs typeface="Noto Sans KR"/>
              </a:defRPr>
            </a:lvl3pPr>
            <a:lvl4pPr>
              <a:defRPr sz="1875" b="0">
                <a:solidFill>
                  <a:srgbClr val="132B3A"/>
                </a:solidFill>
                <a:latin typeface="Noto Sans KR"/>
                <a:ea typeface="Noto Sans KR"/>
                <a:cs typeface="Noto Sans KR"/>
              </a:defRPr>
            </a:lvl4pPr>
            <a:lvl5pPr>
              <a:defRPr sz="1875" b="0">
                <a:solidFill>
                  <a:srgbClr val="132B3A"/>
                </a:solidFill>
                <a:latin typeface="Noto Sans KR"/>
                <a:ea typeface="Noto Sans KR"/>
                <a:cs typeface="Noto Sans KR"/>
              </a:defRPr>
            </a:lvl5pPr>
            <a:lvl6pPr>
              <a:defRPr sz="1875" b="0">
                <a:solidFill>
                  <a:srgbClr val="132B3A"/>
                </a:solidFill>
                <a:latin typeface="Noto Sans KR"/>
                <a:ea typeface="Noto Sans KR"/>
                <a:cs typeface="Noto Sans KR"/>
              </a:defRPr>
            </a:lvl6pPr>
            <a:lvl7pPr>
              <a:defRPr sz="1875" b="0">
                <a:solidFill>
                  <a:srgbClr val="132B3A"/>
                </a:solidFill>
                <a:latin typeface="Noto Sans KR"/>
                <a:ea typeface="Noto Sans KR"/>
                <a:cs typeface="Noto Sans KR"/>
              </a:defRPr>
            </a:lvl7pPr>
            <a:lvl8pPr>
              <a:defRPr sz="1875" b="0">
                <a:solidFill>
                  <a:srgbClr val="132B3A"/>
                </a:solidFill>
                <a:latin typeface="Noto Sans KR"/>
                <a:ea typeface="Noto Sans KR"/>
                <a:cs typeface="Noto Sans KR"/>
              </a:defRPr>
            </a:lvl8pPr>
            <a:lvl9pPr>
              <a:defRPr sz="1875" b="0">
                <a:solidFill>
                  <a:srgbClr val="132B3A"/>
                </a:solidFill>
                <a:latin typeface="Noto Sans KR"/>
                <a:ea typeface="Noto Sans KR"/>
                <a:cs typeface="Noto Sans KR"/>
              </a:defRPr>
            </a:lvl9pPr>
          </a:lstStyle>
          <a:p xmlns:a="http://schemas.openxmlformats.org/drawingml/2006/main">
            <a:pPr>
              <a:defRPr sz="1875" b="0">
                <a:solidFill>
                  <a:srgbClr val="132B3A"/>
                </a:solidFill>
                <a:latin typeface="Noto Sans KR"/>
                <a:ea typeface="Noto Sans KR"/>
                <a:cs typeface="Noto Sans KR"/>
              </a:defRPr>
            </a:pPr>
            <a:r>
              <a:rPr sz="1875" b="0">
                <a:solidFill>
                  <a:srgbClr val="132B3A"/>
                </a:solidFill>
                <a:latin typeface="Noto Sans KR"/>
                <a:ea typeface="Noto Sans KR"/>
                <a:cs typeface="Noto Sans KR"/>
              </a:rPr>
              <a:t>이미지 로드·픽셀 분석·HSV 빨강 검출</a:t>
            </a:r>
          </a:p>
          <a:p xmlns:a="http://schemas.openxmlformats.org/drawingml/2006/main">
            <a:pPr>
              <a:defRPr sz="1875" b="0">
                <a:solidFill>
                  <a:srgbClr val="132B3A"/>
                </a:solidFill>
                <a:latin typeface="Noto Sans KR"/>
                <a:ea typeface="Noto Sans KR"/>
                <a:cs typeface="Noto Sans KR"/>
              </a:defRPr>
            </a:pPr>
            <a:r>
              <a:rPr sz="1875" b="0">
                <a:solidFill>
                  <a:srgbClr val="132B3A"/>
                </a:solidFill>
                <a:latin typeface="Noto Sans KR"/>
                <a:ea typeface="Noto Sans KR"/>
                <a:cs typeface="Noto Sans KR"/>
              </a:rPr>
              <a:t>밝기 이진화·원본과 결과 저장</a:t>
            </a:r>
          </a:p>
        </p:txBody>
      </p:sp>
      <p:sp>
        <p:nvSpPr>
          <p:cNvPr id="7" name="">
            <a:extLst xmlns:a="http://schemas.openxmlformats.org/drawingml/2006/main">
              <a:ext uri="{FF2B5EF4-FFF2-40B4-BE49-F238E27FC236}">
                <a16:creationId xmlns:a16="http://schemas.microsoft.com/office/drawing/2014/main" id="{B9A1C853-B384-41BA-8074-0CC62D2A41FB}"/>
              </a:ext>
            </a:extLst>
          </p:cNvPr>
          <p:cNvSpPr>
            <a:spLocks xmlns:a="http://schemas.openxmlformats.org/drawingml/2006/main" noGrp="1"/>
          </p:cNvSpPr>
          <p:nvPr/>
        </p:nvSpPr>
        <p:spPr>
          <a:xfrm xmlns:a="http://schemas.openxmlformats.org/drawingml/2006/main">
            <a:off x="609600" y="35433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7E83"/>
                </a:solidFill>
                <a:latin typeface="Noto Sans KR"/>
                <a:ea typeface="Noto Sans KR"/>
                <a:cs typeface="Noto Sans KR"/>
              </a:defRPr>
            </a:defPPr>
            <a:lvl1pPr>
              <a:defRPr sz="2250" b="1">
                <a:solidFill>
                  <a:srgbClr val="007E83"/>
                </a:solidFill>
                <a:latin typeface="Noto Sans KR"/>
                <a:ea typeface="Noto Sans KR"/>
                <a:cs typeface="Noto Sans KR"/>
              </a:defRPr>
            </a:lvl1pPr>
            <a:lvl2pPr>
              <a:defRPr sz="2250" b="1">
                <a:solidFill>
                  <a:srgbClr val="007E83"/>
                </a:solidFill>
                <a:latin typeface="Noto Sans KR"/>
                <a:ea typeface="Noto Sans KR"/>
                <a:cs typeface="Noto Sans KR"/>
              </a:defRPr>
            </a:lvl2pPr>
            <a:lvl3pPr>
              <a:defRPr sz="2250" b="1">
                <a:solidFill>
                  <a:srgbClr val="007E83"/>
                </a:solidFill>
                <a:latin typeface="Noto Sans KR"/>
                <a:ea typeface="Noto Sans KR"/>
                <a:cs typeface="Noto Sans KR"/>
              </a:defRPr>
            </a:lvl3pPr>
            <a:lvl4pPr>
              <a:defRPr sz="2250" b="1">
                <a:solidFill>
                  <a:srgbClr val="007E83"/>
                </a:solidFill>
                <a:latin typeface="Noto Sans KR"/>
                <a:ea typeface="Noto Sans KR"/>
                <a:cs typeface="Noto Sans KR"/>
              </a:defRPr>
            </a:lvl4pPr>
            <a:lvl5pPr>
              <a:defRPr sz="2250" b="1">
                <a:solidFill>
                  <a:srgbClr val="007E83"/>
                </a:solidFill>
                <a:latin typeface="Noto Sans KR"/>
                <a:ea typeface="Noto Sans KR"/>
                <a:cs typeface="Noto Sans KR"/>
              </a:defRPr>
            </a:lvl5pPr>
            <a:lvl6pPr>
              <a:defRPr sz="2250" b="1">
                <a:solidFill>
                  <a:srgbClr val="007E83"/>
                </a:solidFill>
                <a:latin typeface="Noto Sans KR"/>
                <a:ea typeface="Noto Sans KR"/>
                <a:cs typeface="Noto Sans KR"/>
              </a:defRPr>
            </a:lvl6pPr>
            <a:lvl7pPr>
              <a:defRPr sz="2250" b="1">
                <a:solidFill>
                  <a:srgbClr val="007E83"/>
                </a:solidFill>
                <a:latin typeface="Noto Sans KR"/>
                <a:ea typeface="Noto Sans KR"/>
                <a:cs typeface="Noto Sans KR"/>
              </a:defRPr>
            </a:lvl7pPr>
            <a:lvl8pPr>
              <a:defRPr sz="2250" b="1">
                <a:solidFill>
                  <a:srgbClr val="007E83"/>
                </a:solidFill>
                <a:latin typeface="Noto Sans KR"/>
                <a:ea typeface="Noto Sans KR"/>
                <a:cs typeface="Noto Sans KR"/>
              </a:defRPr>
            </a:lvl8pPr>
            <a:lvl9pPr>
              <a:defRPr sz="2250" b="1">
                <a:solidFill>
                  <a:srgbClr val="007E83"/>
                </a:solidFill>
                <a:latin typeface="Noto Sans KR"/>
                <a:ea typeface="Noto Sans KR"/>
                <a:cs typeface="Noto Sans KR"/>
              </a:defRPr>
            </a:lvl9pPr>
          </a:lstStyle>
          <a:p xmlns:a="http://schemas.openxmlformats.org/drawingml/2006/main">
            <a:pPr>
              <a:defRPr sz="2250" b="1">
                <a:solidFill>
                  <a:srgbClr val="007E83"/>
                </a:solidFill>
                <a:latin typeface="Noto Sans KR"/>
                <a:ea typeface="Noto Sans KR"/>
                <a:cs typeface="Noto Sans KR"/>
              </a:defRPr>
            </a:pPr>
            <a:r>
              <a:rPr sz="2250" b="1">
                <a:solidFill>
                  <a:srgbClr val="007E83"/>
                </a:solidFill>
                <a:latin typeface="Noto Sans KR"/>
                <a:ea typeface="Noto Sans KR"/>
                <a:cs typeface="Noto Sans KR"/>
              </a:rPr>
              <a:t>고정 순서의 이미지 전처리</a:t>
            </a:r>
          </a:p>
        </p:txBody>
      </p:sp>
      <p:sp>
        <p:nvSpPr>
          <p:cNvPr id="8" name="">
            <a:extLst xmlns:a="http://schemas.openxmlformats.org/drawingml/2006/main">
              <a:ext uri="{FF2B5EF4-FFF2-40B4-BE49-F238E27FC236}">
                <a16:creationId xmlns:a16="http://schemas.microsoft.com/office/drawing/2014/main" id="{DE8A8295-3610-4F56-A39A-806B99C3B66E}"/>
              </a:ext>
            </a:extLst>
          </p:cNvPr>
          <p:cNvSpPr>
            <a:spLocks xmlns:a="http://schemas.openxmlformats.org/drawingml/2006/main" noGrp="1"/>
          </p:cNvSpPr>
          <p:nvPr/>
        </p:nvSpPr>
        <p:spPr>
          <a:xfrm xmlns:a="http://schemas.openxmlformats.org/drawingml/2006/main">
            <a:off x="609600" y="4019550"/>
            <a:ext cx="6286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0">
                <a:solidFill>
                  <a:srgbClr val="132B3A"/>
                </a:solidFill>
                <a:latin typeface="Noto Sans KR"/>
                <a:ea typeface="Noto Sans KR"/>
                <a:cs typeface="Noto Sans KR"/>
              </a:defRPr>
            </a:defPPr>
            <a:lvl1pPr>
              <a:defRPr sz="1875" b="0">
                <a:solidFill>
                  <a:srgbClr val="132B3A"/>
                </a:solidFill>
                <a:latin typeface="Noto Sans KR"/>
                <a:ea typeface="Noto Sans KR"/>
                <a:cs typeface="Noto Sans KR"/>
              </a:defRPr>
            </a:lvl1pPr>
            <a:lvl2pPr>
              <a:defRPr sz="1875" b="0">
                <a:solidFill>
                  <a:srgbClr val="132B3A"/>
                </a:solidFill>
                <a:latin typeface="Noto Sans KR"/>
                <a:ea typeface="Noto Sans KR"/>
                <a:cs typeface="Noto Sans KR"/>
              </a:defRPr>
            </a:lvl2pPr>
            <a:lvl3pPr>
              <a:defRPr sz="1875" b="0">
                <a:solidFill>
                  <a:srgbClr val="132B3A"/>
                </a:solidFill>
                <a:latin typeface="Noto Sans KR"/>
                <a:ea typeface="Noto Sans KR"/>
                <a:cs typeface="Noto Sans KR"/>
              </a:defRPr>
            </a:lvl3pPr>
            <a:lvl4pPr>
              <a:defRPr sz="1875" b="0">
                <a:solidFill>
                  <a:srgbClr val="132B3A"/>
                </a:solidFill>
                <a:latin typeface="Noto Sans KR"/>
                <a:ea typeface="Noto Sans KR"/>
                <a:cs typeface="Noto Sans KR"/>
              </a:defRPr>
            </a:lvl4pPr>
            <a:lvl5pPr>
              <a:defRPr sz="1875" b="0">
                <a:solidFill>
                  <a:srgbClr val="132B3A"/>
                </a:solidFill>
                <a:latin typeface="Noto Sans KR"/>
                <a:ea typeface="Noto Sans KR"/>
                <a:cs typeface="Noto Sans KR"/>
              </a:defRPr>
            </a:lvl5pPr>
            <a:lvl6pPr>
              <a:defRPr sz="1875" b="0">
                <a:solidFill>
                  <a:srgbClr val="132B3A"/>
                </a:solidFill>
                <a:latin typeface="Noto Sans KR"/>
                <a:ea typeface="Noto Sans KR"/>
                <a:cs typeface="Noto Sans KR"/>
              </a:defRPr>
            </a:lvl6pPr>
            <a:lvl7pPr>
              <a:defRPr sz="1875" b="0">
                <a:solidFill>
                  <a:srgbClr val="132B3A"/>
                </a:solidFill>
                <a:latin typeface="Noto Sans KR"/>
                <a:ea typeface="Noto Sans KR"/>
                <a:cs typeface="Noto Sans KR"/>
              </a:defRPr>
            </a:lvl7pPr>
            <a:lvl8pPr>
              <a:defRPr sz="1875" b="0">
                <a:solidFill>
                  <a:srgbClr val="132B3A"/>
                </a:solidFill>
                <a:latin typeface="Noto Sans KR"/>
                <a:ea typeface="Noto Sans KR"/>
                <a:cs typeface="Noto Sans KR"/>
              </a:defRPr>
            </a:lvl8pPr>
            <a:lvl9pPr>
              <a:defRPr sz="1875" b="0">
                <a:solidFill>
                  <a:srgbClr val="132B3A"/>
                </a:solidFill>
                <a:latin typeface="Noto Sans KR"/>
                <a:ea typeface="Noto Sans KR"/>
                <a:cs typeface="Noto Sans KR"/>
              </a:defRPr>
            </a:lvl9pPr>
          </a:lstStyle>
          <a:p xmlns:a="http://schemas.openxmlformats.org/drawingml/2006/main">
            <a:pPr>
              <a:defRPr sz="1875" b="0">
                <a:solidFill>
                  <a:srgbClr val="132B3A"/>
                </a:solidFill>
                <a:latin typeface="Noto Sans KR"/>
                <a:ea typeface="Noto Sans KR"/>
                <a:cs typeface="Noto Sans KR"/>
              </a:defRPr>
            </a:pPr>
            <a:r>
              <a:rPr sz="1875" b="0">
                <a:solidFill>
                  <a:srgbClr val="132B3A"/>
                </a:solidFill>
                <a:latin typeface="Noto Sans KR"/>
                <a:ea typeface="Noto Sans KR"/>
                <a:cs typeface="Noto Sans KR"/>
              </a:rPr>
              <a:t>224×224 → Blur → 좌우 반전 → +15° 회전</a:t>
            </a:r>
          </a:p>
          <a:p xmlns:a="http://schemas.openxmlformats.org/drawingml/2006/main">
            <a:pPr>
              <a:defRPr sz="1875" b="0">
                <a:solidFill>
                  <a:srgbClr val="132B3A"/>
                </a:solidFill>
                <a:latin typeface="Noto Sans KR"/>
                <a:ea typeface="Noto Sans KR"/>
                <a:cs typeface="Noto Sans KR"/>
              </a:defRPr>
            </a:pPr>
            <a:r>
              <a:rPr sz="1875" b="0">
                <a:solidFill>
                  <a:srgbClr val="132B3A"/>
                </a:solidFill>
                <a:latin typeface="Noto Sans KR"/>
                <a:ea typeface="Noto Sans KR"/>
                <a:cs typeface="Noto Sans KR"/>
              </a:rPr>
              <a:t>→ 색상 변화 → Grayscale → Normalize</a:t>
            </a:r>
          </a:p>
        </p:txBody>
      </p:sp>
      <p:sp>
        <p:nvSpPr>
          <p:cNvPr id="9" name="">
            <a:extLst xmlns:a="http://schemas.openxmlformats.org/drawingml/2006/main">
              <a:ext uri="{FF2B5EF4-FFF2-40B4-BE49-F238E27FC236}">
                <a16:creationId xmlns:a16="http://schemas.microsoft.com/office/drawing/2014/main" id="{1771C96D-7EC4-4829-BA26-F9DE674FDC22}"/>
              </a:ext>
            </a:extLst>
          </p:cNvPr>
          <p:cNvSpPr>
            <a:spLocks xmlns:a="http://schemas.openxmlformats.org/drawingml/2006/main" noGrp="1"/>
          </p:cNvSpPr>
          <p:nvPr/>
        </p:nvSpPr>
        <p:spPr>
          <a:xfrm xmlns:a="http://schemas.openxmlformats.org/drawingml/2006/main">
            <a:off x="609600" y="521970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007E83"/>
                </a:solidFill>
                <a:latin typeface="Noto Sans KR"/>
                <a:ea typeface="Noto Sans KR"/>
                <a:cs typeface="Noto Sans KR"/>
              </a:defRPr>
            </a:defPPr>
            <a:lvl1pPr>
              <a:defRPr sz="2250" b="1">
                <a:solidFill>
                  <a:srgbClr val="007E83"/>
                </a:solidFill>
                <a:latin typeface="Noto Sans KR"/>
                <a:ea typeface="Noto Sans KR"/>
                <a:cs typeface="Noto Sans KR"/>
              </a:defRPr>
            </a:lvl1pPr>
            <a:lvl2pPr>
              <a:defRPr sz="2250" b="1">
                <a:solidFill>
                  <a:srgbClr val="007E83"/>
                </a:solidFill>
                <a:latin typeface="Noto Sans KR"/>
                <a:ea typeface="Noto Sans KR"/>
                <a:cs typeface="Noto Sans KR"/>
              </a:defRPr>
            </a:lvl2pPr>
            <a:lvl3pPr>
              <a:defRPr sz="2250" b="1">
                <a:solidFill>
                  <a:srgbClr val="007E83"/>
                </a:solidFill>
                <a:latin typeface="Noto Sans KR"/>
                <a:ea typeface="Noto Sans KR"/>
                <a:cs typeface="Noto Sans KR"/>
              </a:defRPr>
            </a:lvl3pPr>
            <a:lvl4pPr>
              <a:defRPr sz="2250" b="1">
                <a:solidFill>
                  <a:srgbClr val="007E83"/>
                </a:solidFill>
                <a:latin typeface="Noto Sans KR"/>
                <a:ea typeface="Noto Sans KR"/>
                <a:cs typeface="Noto Sans KR"/>
              </a:defRPr>
            </a:lvl4pPr>
            <a:lvl5pPr>
              <a:defRPr sz="2250" b="1">
                <a:solidFill>
                  <a:srgbClr val="007E83"/>
                </a:solidFill>
                <a:latin typeface="Noto Sans KR"/>
                <a:ea typeface="Noto Sans KR"/>
                <a:cs typeface="Noto Sans KR"/>
              </a:defRPr>
            </a:lvl5pPr>
            <a:lvl6pPr>
              <a:defRPr sz="2250" b="1">
                <a:solidFill>
                  <a:srgbClr val="007E83"/>
                </a:solidFill>
                <a:latin typeface="Noto Sans KR"/>
                <a:ea typeface="Noto Sans KR"/>
                <a:cs typeface="Noto Sans KR"/>
              </a:defRPr>
            </a:lvl6pPr>
            <a:lvl7pPr>
              <a:defRPr sz="2250" b="1">
                <a:solidFill>
                  <a:srgbClr val="007E83"/>
                </a:solidFill>
                <a:latin typeface="Noto Sans KR"/>
                <a:ea typeface="Noto Sans KR"/>
                <a:cs typeface="Noto Sans KR"/>
              </a:defRPr>
            </a:lvl7pPr>
            <a:lvl8pPr>
              <a:defRPr sz="2250" b="1">
                <a:solidFill>
                  <a:srgbClr val="007E83"/>
                </a:solidFill>
                <a:latin typeface="Noto Sans KR"/>
                <a:ea typeface="Noto Sans KR"/>
                <a:cs typeface="Noto Sans KR"/>
              </a:defRPr>
            </a:lvl8pPr>
            <a:lvl9pPr>
              <a:defRPr sz="2250" b="1">
                <a:solidFill>
                  <a:srgbClr val="007E83"/>
                </a:solidFill>
                <a:latin typeface="Noto Sans KR"/>
                <a:ea typeface="Noto Sans KR"/>
                <a:cs typeface="Noto Sans KR"/>
              </a:defRPr>
            </a:lvl9pPr>
          </a:lstStyle>
          <a:p xmlns:a="http://schemas.openxmlformats.org/drawingml/2006/main">
            <a:pPr>
              <a:defRPr sz="2250" b="1">
                <a:solidFill>
                  <a:srgbClr val="007E83"/>
                </a:solidFill>
                <a:latin typeface="Noto Sans KR"/>
                <a:ea typeface="Noto Sans KR"/>
                <a:cs typeface="Noto Sans KR"/>
              </a:defRPr>
            </a:pPr>
            <a:r>
              <a:rPr sz="2250" b="1">
                <a:solidFill>
                  <a:srgbClr val="007E83"/>
                </a:solidFill>
                <a:latin typeface="Noto Sans KR"/>
                <a:ea typeface="Noto Sans KR"/>
                <a:cs typeface="Noto Sans KR"/>
              </a:rPr>
              <a:t>이상치 필터와 검증</a:t>
            </a:r>
          </a:p>
        </p:txBody>
      </p:sp>
      <p:sp>
        <p:nvSpPr>
          <p:cNvPr id="10" name="">
            <a:extLst xmlns:a="http://schemas.openxmlformats.org/drawingml/2006/main">
              <a:ext uri="{FF2B5EF4-FFF2-40B4-BE49-F238E27FC236}">
                <a16:creationId xmlns:a16="http://schemas.microsoft.com/office/drawing/2014/main" id="{FF6412FE-7C69-421C-8663-78D7EFF92D6E}"/>
              </a:ext>
            </a:extLst>
          </p:cNvPr>
          <p:cNvSpPr>
            <a:spLocks xmlns:a="http://schemas.openxmlformats.org/drawingml/2006/main" noGrp="1"/>
          </p:cNvSpPr>
          <p:nvPr/>
        </p:nvSpPr>
        <p:spPr>
          <a:xfrm xmlns:a="http://schemas.openxmlformats.org/drawingml/2006/main">
            <a:off x="609600" y="5657850"/>
            <a:ext cx="6191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0">
                <a:solidFill>
                  <a:srgbClr val="132B3A"/>
                </a:solidFill>
                <a:latin typeface="Noto Sans KR"/>
                <a:ea typeface="Noto Sans KR"/>
                <a:cs typeface="Noto Sans KR"/>
              </a:defRPr>
            </a:defPPr>
            <a:lvl1pPr>
              <a:defRPr sz="1875" b="0">
                <a:solidFill>
                  <a:srgbClr val="132B3A"/>
                </a:solidFill>
                <a:latin typeface="Noto Sans KR"/>
                <a:ea typeface="Noto Sans KR"/>
                <a:cs typeface="Noto Sans KR"/>
              </a:defRPr>
            </a:lvl1pPr>
            <a:lvl2pPr>
              <a:defRPr sz="1875" b="0">
                <a:solidFill>
                  <a:srgbClr val="132B3A"/>
                </a:solidFill>
                <a:latin typeface="Noto Sans KR"/>
                <a:ea typeface="Noto Sans KR"/>
                <a:cs typeface="Noto Sans KR"/>
              </a:defRPr>
            </a:lvl2pPr>
            <a:lvl3pPr>
              <a:defRPr sz="1875" b="0">
                <a:solidFill>
                  <a:srgbClr val="132B3A"/>
                </a:solidFill>
                <a:latin typeface="Noto Sans KR"/>
                <a:ea typeface="Noto Sans KR"/>
                <a:cs typeface="Noto Sans KR"/>
              </a:defRPr>
            </a:lvl3pPr>
            <a:lvl4pPr>
              <a:defRPr sz="1875" b="0">
                <a:solidFill>
                  <a:srgbClr val="132B3A"/>
                </a:solidFill>
                <a:latin typeface="Noto Sans KR"/>
                <a:ea typeface="Noto Sans KR"/>
                <a:cs typeface="Noto Sans KR"/>
              </a:defRPr>
            </a:lvl4pPr>
            <a:lvl5pPr>
              <a:defRPr sz="1875" b="0">
                <a:solidFill>
                  <a:srgbClr val="132B3A"/>
                </a:solidFill>
                <a:latin typeface="Noto Sans KR"/>
                <a:ea typeface="Noto Sans KR"/>
                <a:cs typeface="Noto Sans KR"/>
              </a:defRPr>
            </a:lvl5pPr>
            <a:lvl6pPr>
              <a:defRPr sz="1875" b="0">
                <a:solidFill>
                  <a:srgbClr val="132B3A"/>
                </a:solidFill>
                <a:latin typeface="Noto Sans KR"/>
                <a:ea typeface="Noto Sans KR"/>
                <a:cs typeface="Noto Sans KR"/>
              </a:defRPr>
            </a:lvl6pPr>
            <a:lvl7pPr>
              <a:defRPr sz="1875" b="0">
                <a:solidFill>
                  <a:srgbClr val="132B3A"/>
                </a:solidFill>
                <a:latin typeface="Noto Sans KR"/>
                <a:ea typeface="Noto Sans KR"/>
                <a:cs typeface="Noto Sans KR"/>
              </a:defRPr>
            </a:lvl7pPr>
            <a:lvl8pPr>
              <a:defRPr sz="1875" b="0">
                <a:solidFill>
                  <a:srgbClr val="132B3A"/>
                </a:solidFill>
                <a:latin typeface="Noto Sans KR"/>
                <a:ea typeface="Noto Sans KR"/>
                <a:cs typeface="Noto Sans KR"/>
              </a:defRPr>
            </a:lvl8pPr>
            <a:lvl9pPr>
              <a:defRPr sz="1875" b="0">
                <a:solidFill>
                  <a:srgbClr val="132B3A"/>
                </a:solidFill>
                <a:latin typeface="Noto Sans KR"/>
                <a:ea typeface="Noto Sans KR"/>
                <a:cs typeface="Noto Sans KR"/>
              </a:defRPr>
            </a:lvl9pPr>
          </a:lstStyle>
          <a:p xmlns:a="http://schemas.openxmlformats.org/drawingml/2006/main">
            <a:pPr>
              <a:defRPr sz="1875" b="0">
                <a:solidFill>
                  <a:srgbClr val="132B3A"/>
                </a:solidFill>
                <a:latin typeface="Noto Sans KR"/>
                <a:ea typeface="Noto Sans KR"/>
                <a:cs typeface="Noto Sans KR"/>
              </a:defRPr>
            </a:pPr>
            <a:r>
              <a:rPr sz="1875" b="0">
                <a:solidFill>
                  <a:srgbClr val="132B3A"/>
                </a:solidFill>
                <a:latin typeface="Noto Sans KR"/>
                <a:ea typeface="Noto Sans KR"/>
                <a:cs typeface="Noto Sans KR"/>
              </a:rPr>
              <a:t>평균 밝기·빨간 연결 영역 기준</a:t>
            </a:r>
          </a:p>
          <a:p xmlns:a="http://schemas.openxmlformats.org/drawingml/2006/main">
            <a:pPr>
              <a:defRPr sz="1875" b="0">
                <a:solidFill>
                  <a:srgbClr val="132B3A"/>
                </a:solidFill>
                <a:latin typeface="Noto Sans KR"/>
                <a:ea typeface="Noto Sans KR"/>
                <a:cs typeface="Noto Sans KR"/>
              </a:defRPr>
            </a:pPr>
            <a:r>
              <a:rPr sz="1875" b="0">
                <a:solidFill>
                  <a:srgbClr val="132B3A"/>
                </a:solidFill>
                <a:latin typeface="Noto Sans KR"/>
                <a:ea typeface="Noto Sans KR"/>
                <a:cs typeface="Noto Sans KR"/>
              </a:rPr>
              <a:t>29개 자동검증 · 로컬 브랜치·커밋</a:t>
            </a:r>
          </a:p>
        </p:txBody>
      </p:sp>
      <p:pic>
        <p:nvPicPr>
          <p:cNvPr id="11" name="">
            <a:extLst xmlns:a="http://schemas.openxmlformats.org/drawingml/2006/main">
              <a:ext uri="{FF2B5EF4-FFF2-40B4-BE49-F238E27FC236}">
                <a16:creationId xmlns:a16="http://schemas.microsoft.com/office/drawing/2014/main" id="{F35E32D2-2AD9-43E6-A677-2A76A35E14D8}"/>
              </a:ext>
            </a:extLst>
          </p:cNvPr>
          <p:cNvPicPr>
            <a:picLocks xmlns:a="http://schemas.openxmlformats.org/drawingml/2006/main" noChangeAspect="1"/>
          </p:cNvPicPr>
          <p:nvPr/>
        </p:nvPicPr>
        <p:blipFill>
          <a:blip xmlns:r="http://schemas.openxmlformats.org/officeDocument/2006/relationships" xmlns:a="http://schemas.openxmlformats.org/drawingml/2006/main" r:embed="R8a27672e5996407d"/>
          <a:stretch xmlns:a="http://schemas.openxmlformats.org/drawingml/2006/main"/>
        </p:blipFill>
        <p:spPr>
          <a:xfrm xmlns:a="http://schemas.openxmlformats.org/drawingml/2006/main">
            <a:off x="7286625" y="2038350"/>
            <a:ext cx="1981200" cy="1981200"/>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8E89C438-AD94-4B4F-8DEA-C41BC6375C74}"/>
              </a:ext>
            </a:extLst>
          </p:cNvPr>
          <p:cNvPicPr>
            <a:picLocks xmlns:a="http://schemas.openxmlformats.org/drawingml/2006/main" noChangeAspect="1"/>
          </p:cNvPicPr>
          <p:nvPr/>
        </p:nvPicPr>
        <p:blipFill>
          <a:blip xmlns:r="http://schemas.openxmlformats.org/officeDocument/2006/relationships" xmlns:a="http://schemas.openxmlformats.org/drawingml/2006/main" r:embed="R34c875d886e54ad9"/>
          <a:stretch xmlns:a="http://schemas.openxmlformats.org/drawingml/2006/main"/>
        </p:blipFill>
        <p:spPr>
          <a:xfrm xmlns:a="http://schemas.openxmlformats.org/drawingml/2006/main">
            <a:off x="9525000" y="2038350"/>
            <a:ext cx="1981200" cy="198120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A236C88A-46E4-4CCF-8E06-B6BCF8F0BEA2}"/>
              </a:ext>
            </a:extLst>
          </p:cNvPr>
          <p:cNvSpPr>
            <a:spLocks xmlns:a="http://schemas.openxmlformats.org/drawingml/2006/main" noGrp="1"/>
          </p:cNvSpPr>
          <p:nvPr/>
        </p:nvSpPr>
        <p:spPr>
          <a:xfrm xmlns:a="http://schemas.openxmlformats.org/drawingml/2006/main">
            <a:off x="7286625" y="4124325"/>
            <a:ext cx="1981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25" b="0">
                <a:solidFill>
                  <a:srgbClr val="4C5A64"/>
                </a:solidFill>
                <a:latin typeface="Noto Sans KR"/>
                <a:ea typeface="Noto Sans KR"/>
                <a:cs typeface="Noto Sans KR"/>
              </a:defRPr>
            </a:defPPr>
            <a:lvl1pPr>
              <a:defRPr sz="1725" b="0">
                <a:solidFill>
                  <a:srgbClr val="4C5A64"/>
                </a:solidFill>
                <a:latin typeface="Noto Sans KR"/>
                <a:ea typeface="Noto Sans KR"/>
                <a:cs typeface="Noto Sans KR"/>
              </a:defRPr>
            </a:lvl1pPr>
            <a:lvl2pPr>
              <a:defRPr sz="1725" b="0">
                <a:solidFill>
                  <a:srgbClr val="4C5A64"/>
                </a:solidFill>
                <a:latin typeface="Noto Sans KR"/>
                <a:ea typeface="Noto Sans KR"/>
                <a:cs typeface="Noto Sans KR"/>
              </a:defRPr>
            </a:lvl2pPr>
            <a:lvl3pPr>
              <a:defRPr sz="1725" b="0">
                <a:solidFill>
                  <a:srgbClr val="4C5A64"/>
                </a:solidFill>
                <a:latin typeface="Noto Sans KR"/>
                <a:ea typeface="Noto Sans KR"/>
                <a:cs typeface="Noto Sans KR"/>
              </a:defRPr>
            </a:lvl3pPr>
            <a:lvl4pPr>
              <a:defRPr sz="1725" b="0">
                <a:solidFill>
                  <a:srgbClr val="4C5A64"/>
                </a:solidFill>
                <a:latin typeface="Noto Sans KR"/>
                <a:ea typeface="Noto Sans KR"/>
                <a:cs typeface="Noto Sans KR"/>
              </a:defRPr>
            </a:lvl4pPr>
            <a:lvl5pPr>
              <a:defRPr sz="1725" b="0">
                <a:solidFill>
                  <a:srgbClr val="4C5A64"/>
                </a:solidFill>
                <a:latin typeface="Noto Sans KR"/>
                <a:ea typeface="Noto Sans KR"/>
                <a:cs typeface="Noto Sans KR"/>
              </a:defRPr>
            </a:lvl5pPr>
            <a:lvl6pPr>
              <a:defRPr sz="1725" b="0">
                <a:solidFill>
                  <a:srgbClr val="4C5A64"/>
                </a:solidFill>
                <a:latin typeface="Noto Sans KR"/>
                <a:ea typeface="Noto Sans KR"/>
                <a:cs typeface="Noto Sans KR"/>
              </a:defRPr>
            </a:lvl6pPr>
            <a:lvl7pPr>
              <a:defRPr sz="1725" b="0">
                <a:solidFill>
                  <a:srgbClr val="4C5A64"/>
                </a:solidFill>
                <a:latin typeface="Noto Sans KR"/>
                <a:ea typeface="Noto Sans KR"/>
                <a:cs typeface="Noto Sans KR"/>
              </a:defRPr>
            </a:lvl7pPr>
            <a:lvl8pPr>
              <a:defRPr sz="1725" b="0">
                <a:solidFill>
                  <a:srgbClr val="4C5A64"/>
                </a:solidFill>
                <a:latin typeface="Noto Sans KR"/>
                <a:ea typeface="Noto Sans KR"/>
                <a:cs typeface="Noto Sans KR"/>
              </a:defRPr>
            </a:lvl8pPr>
            <a:lvl9pPr>
              <a:defRPr sz="1725" b="0">
                <a:solidFill>
                  <a:srgbClr val="4C5A64"/>
                </a:solidFill>
                <a:latin typeface="Noto Sans KR"/>
                <a:ea typeface="Noto Sans KR"/>
                <a:cs typeface="Noto Sans KR"/>
              </a:defRPr>
            </a:lvl9pPr>
          </a:lstStyle>
          <a:p xmlns:a="http://schemas.openxmlformats.org/drawingml/2006/main">
            <a:pPr>
              <a:defRPr sz="1725" b="0">
                <a:solidFill>
                  <a:srgbClr val="4C5A64"/>
                </a:solidFill>
                <a:latin typeface="Noto Sans KR"/>
                <a:ea typeface="Noto Sans KR"/>
                <a:cs typeface="Noto Sans KR"/>
              </a:defRPr>
            </a:pPr>
            <a:r>
              <a:rPr sz="1725" b="0">
                <a:solidFill>
                  <a:srgbClr val="4C5A64"/>
                </a:solidFill>
                <a:latin typeface="Noto Sans KR"/>
                <a:ea typeface="Noto Sans KR"/>
                <a:cs typeface="Noto Sans KR"/>
              </a:rPr>
              <a:t>원본</a:t>
            </a:r>
          </a:p>
        </p:txBody>
      </p:sp>
      <p:sp>
        <p:nvSpPr>
          <p:cNvPr id="14" name="">
            <a:extLst xmlns:a="http://schemas.openxmlformats.org/drawingml/2006/main">
              <a:ext uri="{FF2B5EF4-FFF2-40B4-BE49-F238E27FC236}">
                <a16:creationId xmlns:a16="http://schemas.microsoft.com/office/drawing/2014/main" id="{DF606FFD-68D5-4388-8A1C-F266EE653DDE}"/>
              </a:ext>
            </a:extLst>
          </p:cNvPr>
          <p:cNvSpPr>
            <a:spLocks xmlns:a="http://schemas.openxmlformats.org/drawingml/2006/main" noGrp="1"/>
          </p:cNvSpPr>
          <p:nvPr/>
        </p:nvSpPr>
        <p:spPr>
          <a:xfrm xmlns:a="http://schemas.openxmlformats.org/drawingml/2006/main">
            <a:off x="9525000" y="4124325"/>
            <a:ext cx="1981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25" b="0">
                <a:solidFill>
                  <a:srgbClr val="4C5A64"/>
                </a:solidFill>
                <a:latin typeface="Noto Sans KR"/>
                <a:ea typeface="Noto Sans KR"/>
                <a:cs typeface="Noto Sans KR"/>
              </a:defRPr>
            </a:defPPr>
            <a:lvl1pPr>
              <a:defRPr sz="1725" b="0">
                <a:solidFill>
                  <a:srgbClr val="4C5A64"/>
                </a:solidFill>
                <a:latin typeface="Noto Sans KR"/>
                <a:ea typeface="Noto Sans KR"/>
                <a:cs typeface="Noto Sans KR"/>
              </a:defRPr>
            </a:lvl1pPr>
            <a:lvl2pPr>
              <a:defRPr sz="1725" b="0">
                <a:solidFill>
                  <a:srgbClr val="4C5A64"/>
                </a:solidFill>
                <a:latin typeface="Noto Sans KR"/>
                <a:ea typeface="Noto Sans KR"/>
                <a:cs typeface="Noto Sans KR"/>
              </a:defRPr>
            </a:lvl2pPr>
            <a:lvl3pPr>
              <a:defRPr sz="1725" b="0">
                <a:solidFill>
                  <a:srgbClr val="4C5A64"/>
                </a:solidFill>
                <a:latin typeface="Noto Sans KR"/>
                <a:ea typeface="Noto Sans KR"/>
                <a:cs typeface="Noto Sans KR"/>
              </a:defRPr>
            </a:lvl3pPr>
            <a:lvl4pPr>
              <a:defRPr sz="1725" b="0">
                <a:solidFill>
                  <a:srgbClr val="4C5A64"/>
                </a:solidFill>
                <a:latin typeface="Noto Sans KR"/>
                <a:ea typeface="Noto Sans KR"/>
                <a:cs typeface="Noto Sans KR"/>
              </a:defRPr>
            </a:lvl4pPr>
            <a:lvl5pPr>
              <a:defRPr sz="1725" b="0">
                <a:solidFill>
                  <a:srgbClr val="4C5A64"/>
                </a:solidFill>
                <a:latin typeface="Noto Sans KR"/>
                <a:ea typeface="Noto Sans KR"/>
                <a:cs typeface="Noto Sans KR"/>
              </a:defRPr>
            </a:lvl5pPr>
            <a:lvl6pPr>
              <a:defRPr sz="1725" b="0">
                <a:solidFill>
                  <a:srgbClr val="4C5A64"/>
                </a:solidFill>
                <a:latin typeface="Noto Sans KR"/>
                <a:ea typeface="Noto Sans KR"/>
                <a:cs typeface="Noto Sans KR"/>
              </a:defRPr>
            </a:lvl6pPr>
            <a:lvl7pPr>
              <a:defRPr sz="1725" b="0">
                <a:solidFill>
                  <a:srgbClr val="4C5A64"/>
                </a:solidFill>
                <a:latin typeface="Noto Sans KR"/>
                <a:ea typeface="Noto Sans KR"/>
                <a:cs typeface="Noto Sans KR"/>
              </a:defRPr>
            </a:lvl7pPr>
            <a:lvl8pPr>
              <a:defRPr sz="1725" b="0">
                <a:solidFill>
                  <a:srgbClr val="4C5A64"/>
                </a:solidFill>
                <a:latin typeface="Noto Sans KR"/>
                <a:ea typeface="Noto Sans KR"/>
                <a:cs typeface="Noto Sans KR"/>
              </a:defRPr>
            </a:lvl8pPr>
            <a:lvl9pPr>
              <a:defRPr sz="1725" b="0">
                <a:solidFill>
                  <a:srgbClr val="4C5A64"/>
                </a:solidFill>
                <a:latin typeface="Noto Sans KR"/>
                <a:ea typeface="Noto Sans KR"/>
                <a:cs typeface="Noto Sans KR"/>
              </a:defRPr>
            </a:lvl9pPr>
          </a:lstStyle>
          <a:p xmlns:a="http://schemas.openxmlformats.org/drawingml/2006/main">
            <a:pPr>
              <a:defRPr sz="1725" b="0">
                <a:solidFill>
                  <a:srgbClr val="4C5A64"/>
                </a:solidFill>
                <a:latin typeface="Noto Sans KR"/>
                <a:ea typeface="Noto Sans KR"/>
                <a:cs typeface="Noto Sans KR"/>
              </a:defRPr>
            </a:pPr>
            <a:r>
              <a:rPr sz="1725" b="0">
                <a:solidFill>
                  <a:srgbClr val="4C5A64"/>
                </a:solidFill>
                <a:latin typeface="Noto Sans KR"/>
                <a:ea typeface="Noto Sans KR"/>
                <a:cs typeface="Noto Sans KR"/>
              </a:rPr>
              <a:t>최종 결과</a:t>
            </a:r>
          </a:p>
        </p:txBody>
      </p:sp>
      <p:sp>
        <p:nvSpPr>
          <p:cNvPr id="15" name="">
            <a:extLst xmlns:a="http://schemas.openxmlformats.org/drawingml/2006/main">
              <a:ext uri="{FF2B5EF4-FFF2-40B4-BE49-F238E27FC236}">
                <a16:creationId xmlns:a16="http://schemas.microsoft.com/office/drawing/2014/main" id="{7A663C9A-A4B7-43D4-B175-25508ED4C5B9}"/>
              </a:ext>
            </a:extLst>
          </p:cNvPr>
          <p:cNvSpPr>
            <a:spLocks xmlns:a="http://schemas.openxmlformats.org/drawingml/2006/main" noGrp="1"/>
          </p:cNvSpPr>
          <p:nvPr/>
        </p:nvSpPr>
        <p:spPr>
          <a:xfrm xmlns:a="http://schemas.openxmlformats.org/drawingml/2006/main">
            <a:off x="7286625" y="4781550"/>
            <a:ext cx="4191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900" b="1">
                <a:solidFill>
                  <a:srgbClr val="007E83"/>
                </a:solidFill>
                <a:latin typeface="Noto Sans KR"/>
                <a:ea typeface="Noto Sans KR"/>
                <a:cs typeface="Noto Sans KR"/>
              </a:defRPr>
            </a:defPPr>
            <a:lvl1pPr>
              <a:defRPr sz="3900" b="1">
                <a:solidFill>
                  <a:srgbClr val="007E83"/>
                </a:solidFill>
                <a:latin typeface="Noto Sans KR"/>
                <a:ea typeface="Noto Sans KR"/>
                <a:cs typeface="Noto Sans KR"/>
              </a:defRPr>
            </a:lvl1pPr>
            <a:lvl2pPr>
              <a:defRPr sz="3900" b="1">
                <a:solidFill>
                  <a:srgbClr val="007E83"/>
                </a:solidFill>
                <a:latin typeface="Noto Sans KR"/>
                <a:ea typeface="Noto Sans KR"/>
                <a:cs typeface="Noto Sans KR"/>
              </a:defRPr>
            </a:lvl2pPr>
            <a:lvl3pPr>
              <a:defRPr sz="3900" b="1">
                <a:solidFill>
                  <a:srgbClr val="007E83"/>
                </a:solidFill>
                <a:latin typeface="Noto Sans KR"/>
                <a:ea typeface="Noto Sans KR"/>
                <a:cs typeface="Noto Sans KR"/>
              </a:defRPr>
            </a:lvl3pPr>
            <a:lvl4pPr>
              <a:defRPr sz="3900" b="1">
                <a:solidFill>
                  <a:srgbClr val="007E83"/>
                </a:solidFill>
                <a:latin typeface="Noto Sans KR"/>
                <a:ea typeface="Noto Sans KR"/>
                <a:cs typeface="Noto Sans KR"/>
              </a:defRPr>
            </a:lvl4pPr>
            <a:lvl5pPr>
              <a:defRPr sz="3900" b="1">
                <a:solidFill>
                  <a:srgbClr val="007E83"/>
                </a:solidFill>
                <a:latin typeface="Noto Sans KR"/>
                <a:ea typeface="Noto Sans KR"/>
                <a:cs typeface="Noto Sans KR"/>
              </a:defRPr>
            </a:lvl5pPr>
            <a:lvl6pPr>
              <a:defRPr sz="3900" b="1">
                <a:solidFill>
                  <a:srgbClr val="007E83"/>
                </a:solidFill>
                <a:latin typeface="Noto Sans KR"/>
                <a:ea typeface="Noto Sans KR"/>
                <a:cs typeface="Noto Sans KR"/>
              </a:defRPr>
            </a:lvl6pPr>
            <a:lvl7pPr>
              <a:defRPr sz="3900" b="1">
                <a:solidFill>
                  <a:srgbClr val="007E83"/>
                </a:solidFill>
                <a:latin typeface="Noto Sans KR"/>
                <a:ea typeface="Noto Sans KR"/>
                <a:cs typeface="Noto Sans KR"/>
              </a:defRPr>
            </a:lvl7pPr>
            <a:lvl8pPr>
              <a:defRPr sz="3900" b="1">
                <a:solidFill>
                  <a:srgbClr val="007E83"/>
                </a:solidFill>
                <a:latin typeface="Noto Sans KR"/>
                <a:ea typeface="Noto Sans KR"/>
                <a:cs typeface="Noto Sans KR"/>
              </a:defRPr>
            </a:lvl8pPr>
            <a:lvl9pPr>
              <a:defRPr sz="3900" b="1">
                <a:solidFill>
                  <a:srgbClr val="007E83"/>
                </a:solidFill>
                <a:latin typeface="Noto Sans KR"/>
                <a:ea typeface="Noto Sans KR"/>
                <a:cs typeface="Noto Sans KR"/>
              </a:defRPr>
            </a:lvl9pPr>
          </a:lstStyle>
          <a:p xmlns:a="http://schemas.openxmlformats.org/drawingml/2006/main">
            <a:pPr>
              <a:defRPr sz="3900" b="1">
                <a:solidFill>
                  <a:srgbClr val="007E83"/>
                </a:solidFill>
                <a:latin typeface="Noto Sans KR"/>
                <a:ea typeface="Noto Sans KR"/>
                <a:cs typeface="Noto Sans KR"/>
              </a:defRPr>
            </a:pPr>
            <a:r>
              <a:rPr sz="3900" b="1">
                <a:solidFill>
                  <a:srgbClr val="007E83"/>
                </a:solidFill>
                <a:latin typeface="Noto Sans KR"/>
                <a:ea typeface="Noto Sans KR"/>
                <a:cs typeface="Noto Sans KR"/>
              </a:rPr>
              <a:t>224 × 224</a:t>
            </a:r>
          </a:p>
        </p:txBody>
      </p:sp>
      <p:sp>
        <p:nvSpPr>
          <p:cNvPr id="16" name="">
            <a:extLst xmlns:a="http://schemas.openxmlformats.org/drawingml/2006/main">
              <a:ext uri="{FF2B5EF4-FFF2-40B4-BE49-F238E27FC236}">
                <a16:creationId xmlns:a16="http://schemas.microsoft.com/office/drawing/2014/main" id="{FD420108-4D5B-43BF-890B-1739E62C3D01}"/>
              </a:ext>
            </a:extLst>
          </p:cNvPr>
          <p:cNvSpPr>
            <a:spLocks xmlns:a="http://schemas.openxmlformats.org/drawingml/2006/main" noGrp="1"/>
          </p:cNvSpPr>
          <p:nvPr/>
        </p:nvSpPr>
        <p:spPr>
          <a:xfrm xmlns:a="http://schemas.openxmlformats.org/drawingml/2006/main">
            <a:off x="7286625" y="5514975"/>
            <a:ext cx="42291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132B3A"/>
                </a:solidFill>
                <a:latin typeface="Noto Sans KR"/>
                <a:ea typeface="Noto Sans KR"/>
                <a:cs typeface="Noto Sans KR"/>
              </a:defRPr>
            </a:defPPr>
            <a:lvl1pPr>
              <a:defRPr sz="1800" b="0">
                <a:solidFill>
                  <a:srgbClr val="132B3A"/>
                </a:solidFill>
                <a:latin typeface="Noto Sans KR"/>
                <a:ea typeface="Noto Sans KR"/>
                <a:cs typeface="Noto Sans KR"/>
              </a:defRPr>
            </a:lvl1pPr>
            <a:lvl2pPr>
              <a:defRPr sz="1800" b="0">
                <a:solidFill>
                  <a:srgbClr val="132B3A"/>
                </a:solidFill>
                <a:latin typeface="Noto Sans KR"/>
                <a:ea typeface="Noto Sans KR"/>
                <a:cs typeface="Noto Sans KR"/>
              </a:defRPr>
            </a:lvl2pPr>
            <a:lvl3pPr>
              <a:defRPr sz="1800" b="0">
                <a:solidFill>
                  <a:srgbClr val="132B3A"/>
                </a:solidFill>
                <a:latin typeface="Noto Sans KR"/>
                <a:ea typeface="Noto Sans KR"/>
                <a:cs typeface="Noto Sans KR"/>
              </a:defRPr>
            </a:lvl3pPr>
            <a:lvl4pPr>
              <a:defRPr sz="1800" b="0">
                <a:solidFill>
                  <a:srgbClr val="132B3A"/>
                </a:solidFill>
                <a:latin typeface="Noto Sans KR"/>
                <a:ea typeface="Noto Sans KR"/>
                <a:cs typeface="Noto Sans KR"/>
              </a:defRPr>
            </a:lvl4pPr>
            <a:lvl5pPr>
              <a:defRPr sz="1800" b="0">
                <a:solidFill>
                  <a:srgbClr val="132B3A"/>
                </a:solidFill>
                <a:latin typeface="Noto Sans KR"/>
                <a:ea typeface="Noto Sans KR"/>
                <a:cs typeface="Noto Sans KR"/>
              </a:defRPr>
            </a:lvl5pPr>
            <a:lvl6pPr>
              <a:defRPr sz="1800" b="0">
                <a:solidFill>
                  <a:srgbClr val="132B3A"/>
                </a:solidFill>
                <a:latin typeface="Noto Sans KR"/>
                <a:ea typeface="Noto Sans KR"/>
                <a:cs typeface="Noto Sans KR"/>
              </a:defRPr>
            </a:lvl6pPr>
            <a:lvl7pPr>
              <a:defRPr sz="1800" b="0">
                <a:solidFill>
                  <a:srgbClr val="132B3A"/>
                </a:solidFill>
                <a:latin typeface="Noto Sans KR"/>
                <a:ea typeface="Noto Sans KR"/>
                <a:cs typeface="Noto Sans KR"/>
              </a:defRPr>
            </a:lvl7pPr>
            <a:lvl8pPr>
              <a:defRPr sz="1800" b="0">
                <a:solidFill>
                  <a:srgbClr val="132B3A"/>
                </a:solidFill>
                <a:latin typeface="Noto Sans KR"/>
                <a:ea typeface="Noto Sans KR"/>
                <a:cs typeface="Noto Sans KR"/>
              </a:defRPr>
            </a:lvl8pPr>
            <a:lvl9pPr>
              <a:defRPr sz="1800" b="0">
                <a:solidFill>
                  <a:srgbClr val="132B3A"/>
                </a:solidFill>
                <a:latin typeface="Noto Sans KR"/>
                <a:ea typeface="Noto Sans KR"/>
                <a:cs typeface="Noto Sans KR"/>
              </a:defRPr>
            </a:lvl9pPr>
          </a:lstStyle>
          <a:p xmlns:a="http://schemas.openxmlformats.org/drawingml/2006/main">
            <a:pPr>
              <a:defRPr sz="1800" b="0">
                <a:solidFill>
                  <a:srgbClr val="132B3A"/>
                </a:solidFill>
                <a:latin typeface="Noto Sans KR"/>
                <a:ea typeface="Noto Sans KR"/>
                <a:cs typeface="Noto Sans KR"/>
              </a:defRPr>
            </a:pPr>
            <a:r>
              <a:rPr sz="1800" b="0">
                <a:solidFill>
                  <a:srgbClr val="132B3A"/>
                </a:solidFill>
                <a:latin typeface="Noto Sans KR"/>
                <a:ea typeface="Noto Sans KR"/>
                <a:cs typeface="Noto Sans KR"/>
              </a:rPr>
              <a:t>float32 [0,1] 배열을 NPY에 보존</a:t>
            </a:r>
          </a:p>
          <a:p xmlns:a="http://schemas.openxmlformats.org/drawingml/2006/main">
            <a:pPr>
              <a:defRPr sz="1800" b="0">
                <a:solidFill>
                  <a:srgbClr val="132B3A"/>
                </a:solidFill>
                <a:latin typeface="Noto Sans KR"/>
                <a:ea typeface="Noto Sans KR"/>
                <a:cs typeface="Noto Sans KR"/>
              </a:defRPr>
            </a:pPr>
            <a:r>
              <a:rPr sz="1800" b="0">
                <a:solidFill>
                  <a:srgbClr val="132B3A"/>
                </a:solidFill>
                <a:latin typeface="Noto Sans KR"/>
                <a:ea typeface="Noto Sans KR"/>
                <a:cs typeface="Noto Sans KR"/>
              </a:rPr>
              <a:t>PNG는 uint8 시각화로 저장</a:t>
            </a:r>
          </a:p>
        </p:txBody>
      </p:sp>
    </p:spTree>
    <p:extLst>
      <p:ext uri="{BB962C8B-B14F-4D97-AF65-F5344CB8AC3E}">
        <p14:creationId xmlns:p14="http://schemas.microsoft.com/office/powerpoint/2010/main" val="42020938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72C104D-E6AC-4B72-9742-A90DA649021E}"/>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32B3A"/>
                </a:solidFill>
                <a:latin typeface="Noto Sans KR"/>
                <a:ea typeface="Noto Sans KR"/>
                <a:cs typeface="Noto Sans KR"/>
              </a:defRPr>
            </a:defPPr>
            <a:lvl1pPr>
              <a:defRPr sz="3300" b="1">
                <a:solidFill>
                  <a:srgbClr val="132B3A"/>
                </a:solidFill>
                <a:latin typeface="Noto Sans KR"/>
                <a:ea typeface="Noto Sans KR"/>
                <a:cs typeface="Noto Sans KR"/>
              </a:defRPr>
            </a:lvl1pPr>
            <a:lvl2pPr>
              <a:defRPr sz="3300" b="1">
                <a:solidFill>
                  <a:srgbClr val="132B3A"/>
                </a:solidFill>
                <a:latin typeface="Noto Sans KR"/>
                <a:ea typeface="Noto Sans KR"/>
                <a:cs typeface="Noto Sans KR"/>
              </a:defRPr>
            </a:lvl2pPr>
            <a:lvl3pPr>
              <a:defRPr sz="3300" b="1">
                <a:solidFill>
                  <a:srgbClr val="132B3A"/>
                </a:solidFill>
                <a:latin typeface="Noto Sans KR"/>
                <a:ea typeface="Noto Sans KR"/>
                <a:cs typeface="Noto Sans KR"/>
              </a:defRPr>
            </a:lvl3pPr>
            <a:lvl4pPr>
              <a:defRPr sz="3300" b="1">
                <a:solidFill>
                  <a:srgbClr val="132B3A"/>
                </a:solidFill>
                <a:latin typeface="Noto Sans KR"/>
                <a:ea typeface="Noto Sans KR"/>
                <a:cs typeface="Noto Sans KR"/>
              </a:defRPr>
            </a:lvl4pPr>
            <a:lvl5pPr>
              <a:defRPr sz="3300" b="1">
                <a:solidFill>
                  <a:srgbClr val="132B3A"/>
                </a:solidFill>
                <a:latin typeface="Noto Sans KR"/>
                <a:ea typeface="Noto Sans KR"/>
                <a:cs typeface="Noto Sans KR"/>
              </a:defRPr>
            </a:lvl5pPr>
            <a:lvl6pPr>
              <a:defRPr sz="3300" b="1">
                <a:solidFill>
                  <a:srgbClr val="132B3A"/>
                </a:solidFill>
                <a:latin typeface="Noto Sans KR"/>
                <a:ea typeface="Noto Sans KR"/>
                <a:cs typeface="Noto Sans KR"/>
              </a:defRPr>
            </a:lvl6pPr>
            <a:lvl7pPr>
              <a:defRPr sz="3300" b="1">
                <a:solidFill>
                  <a:srgbClr val="132B3A"/>
                </a:solidFill>
                <a:latin typeface="Noto Sans KR"/>
                <a:ea typeface="Noto Sans KR"/>
                <a:cs typeface="Noto Sans KR"/>
              </a:defRPr>
            </a:lvl7pPr>
            <a:lvl8pPr>
              <a:defRPr sz="3300" b="1">
                <a:solidFill>
                  <a:srgbClr val="132B3A"/>
                </a:solidFill>
                <a:latin typeface="Noto Sans KR"/>
                <a:ea typeface="Noto Sans KR"/>
                <a:cs typeface="Noto Sans KR"/>
              </a:defRPr>
            </a:lvl8pPr>
            <a:lvl9pPr>
              <a:defRPr sz="3300" b="1">
                <a:solidFill>
                  <a:srgbClr val="132B3A"/>
                </a:solidFill>
                <a:latin typeface="Noto Sans KR"/>
                <a:ea typeface="Noto Sans KR"/>
                <a:cs typeface="Noto Sans KR"/>
              </a:defRPr>
            </a:lvl9pPr>
          </a:lstStyle>
          <a:p xmlns:a="http://schemas.openxmlformats.org/drawingml/2006/main">
            <a:pPr>
              <a:defRPr sz="3300" b="1">
                <a:solidFill>
                  <a:srgbClr val="132B3A"/>
                </a:solidFill>
                <a:latin typeface="Noto Sans KR"/>
                <a:ea typeface="Noto Sans KR"/>
                <a:cs typeface="Noto Sans KR"/>
              </a:defRPr>
            </a:pPr>
            <a:r>
              <a:rPr sz="3300" b="1">
                <a:solidFill>
                  <a:srgbClr val="132B3A"/>
                </a:solidFill>
                <a:latin typeface="Noto Sans KR"/>
                <a:ea typeface="Noto Sans KR"/>
                <a:cs typeface="Noto Sans KR"/>
              </a:rPr>
              <a:t>빨간색 검출과 Git 관리</a:t>
            </a:r>
          </a:p>
        </p:txBody>
      </p:sp>
      <p:sp>
        <p:nvSpPr>
          <p:cNvPr id="2" name="">
            <a:extLst xmlns:a="http://schemas.openxmlformats.org/drawingml/2006/main">
              <a:ext uri="{FF2B5EF4-FFF2-40B4-BE49-F238E27FC236}">
                <a16:creationId xmlns:a16="http://schemas.microsoft.com/office/drawing/2014/main" id="{D8D4A551-CA29-44F2-A9A9-19C0BE438EBA}"/>
              </a:ext>
            </a:extLst>
          </p:cNvPr>
          <p:cNvSpPr>
            <a:spLocks xmlns:a="http://schemas.openxmlformats.org/drawingml/2006/main" noGrp="1"/>
          </p:cNvSpPr>
          <p:nvPr/>
        </p:nvSpPr>
        <p:spPr>
          <a:xfrm xmlns:a="http://schemas.openxmlformats.org/drawingml/2006/main">
            <a:off x="609600" y="6477000"/>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4C5A64"/>
                </a:solidFill>
                <a:latin typeface="Noto Sans KR"/>
                <a:ea typeface="Noto Sans KR"/>
                <a:cs typeface="Noto Sans KR"/>
              </a:defRPr>
            </a:defPPr>
            <a:lvl1pPr>
              <a:defRPr sz="1275" b="0">
                <a:solidFill>
                  <a:srgbClr val="4C5A64"/>
                </a:solidFill>
                <a:latin typeface="Noto Sans KR"/>
                <a:ea typeface="Noto Sans KR"/>
                <a:cs typeface="Noto Sans KR"/>
              </a:defRPr>
            </a:lvl1pPr>
            <a:lvl2pPr>
              <a:defRPr sz="1275" b="0">
                <a:solidFill>
                  <a:srgbClr val="4C5A64"/>
                </a:solidFill>
                <a:latin typeface="Noto Sans KR"/>
                <a:ea typeface="Noto Sans KR"/>
                <a:cs typeface="Noto Sans KR"/>
              </a:defRPr>
            </a:lvl2pPr>
            <a:lvl3pPr>
              <a:defRPr sz="1275" b="0">
                <a:solidFill>
                  <a:srgbClr val="4C5A64"/>
                </a:solidFill>
                <a:latin typeface="Noto Sans KR"/>
                <a:ea typeface="Noto Sans KR"/>
                <a:cs typeface="Noto Sans KR"/>
              </a:defRPr>
            </a:lvl3pPr>
            <a:lvl4pPr>
              <a:defRPr sz="1275" b="0">
                <a:solidFill>
                  <a:srgbClr val="4C5A64"/>
                </a:solidFill>
                <a:latin typeface="Noto Sans KR"/>
                <a:ea typeface="Noto Sans KR"/>
                <a:cs typeface="Noto Sans KR"/>
              </a:defRPr>
            </a:lvl4pPr>
            <a:lvl5pPr>
              <a:defRPr sz="1275" b="0">
                <a:solidFill>
                  <a:srgbClr val="4C5A64"/>
                </a:solidFill>
                <a:latin typeface="Noto Sans KR"/>
                <a:ea typeface="Noto Sans KR"/>
                <a:cs typeface="Noto Sans KR"/>
              </a:defRPr>
            </a:lvl5pPr>
            <a:lvl6pPr>
              <a:defRPr sz="1275" b="0">
                <a:solidFill>
                  <a:srgbClr val="4C5A64"/>
                </a:solidFill>
                <a:latin typeface="Noto Sans KR"/>
                <a:ea typeface="Noto Sans KR"/>
                <a:cs typeface="Noto Sans KR"/>
              </a:defRPr>
            </a:lvl6pPr>
            <a:lvl7pPr>
              <a:defRPr sz="1275" b="0">
                <a:solidFill>
                  <a:srgbClr val="4C5A64"/>
                </a:solidFill>
                <a:latin typeface="Noto Sans KR"/>
                <a:ea typeface="Noto Sans KR"/>
                <a:cs typeface="Noto Sans KR"/>
              </a:defRPr>
            </a:lvl7pPr>
            <a:lvl8pPr>
              <a:defRPr sz="1275" b="0">
                <a:solidFill>
                  <a:srgbClr val="4C5A64"/>
                </a:solidFill>
                <a:latin typeface="Noto Sans KR"/>
                <a:ea typeface="Noto Sans KR"/>
                <a:cs typeface="Noto Sans KR"/>
              </a:defRPr>
            </a:lvl8pPr>
            <a:lvl9pPr>
              <a:defRPr sz="1275" b="0">
                <a:solidFill>
                  <a:srgbClr val="4C5A64"/>
                </a:solidFill>
                <a:latin typeface="Noto Sans KR"/>
                <a:ea typeface="Noto Sans KR"/>
                <a:cs typeface="Noto Sans KR"/>
              </a:defRPr>
            </a:lvl9pPr>
          </a:lstStyle>
          <a:p xmlns:a="http://schemas.openxmlformats.org/drawingml/2006/main">
            <a:pPr>
              <a:defRPr sz="1275" b="0">
                <a:solidFill>
                  <a:srgbClr val="4C5A64"/>
                </a:solidFill>
                <a:latin typeface="Noto Sans KR"/>
                <a:ea typeface="Noto Sans KR"/>
                <a:cs typeface="Noto Sans KR"/>
              </a:defRPr>
            </a:pPr>
            <a:r>
              <a:rPr sz="1275" b="0">
                <a:solidFill>
                  <a:srgbClr val="4C5A64"/>
                </a:solidFill>
                <a:latin typeface="Noto Sans KR"/>
                <a:ea typeface="Noto Sans KR"/>
                <a:cs typeface="Noto Sans KR"/>
              </a:rPr>
              <a:t>COMENTO WEEK 1  ·  2026.10.23</a:t>
            </a:r>
          </a:p>
        </p:txBody>
      </p:sp>
      <p:sp>
        <p:nvSpPr>
          <p:cNvPr id="3" name="">
            <a:extLst xmlns:a="http://schemas.openxmlformats.org/drawingml/2006/main">
              <a:ext uri="{FF2B5EF4-FFF2-40B4-BE49-F238E27FC236}">
                <a16:creationId xmlns:a16="http://schemas.microsoft.com/office/drawing/2014/main" id="{45CAF89D-256E-408A-880D-3C6D7D4FE054}"/>
              </a:ext>
            </a:extLst>
          </p:cNvPr>
          <p:cNvSpPr>
            <a:spLocks xmlns:a="http://schemas.openxmlformats.org/drawingml/2006/main" noGrp="1"/>
          </p:cNvSpPr>
          <p:nvPr/>
        </p:nvSpPr>
        <p:spPr>
          <a:xfrm xmlns:a="http://schemas.openxmlformats.org/drawingml/2006/main">
            <a:off x="10763250" y="64770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4C5A64"/>
                </a:solidFill>
                <a:latin typeface="Noto Sans KR"/>
                <a:ea typeface="Noto Sans KR"/>
                <a:cs typeface="Noto Sans KR"/>
              </a:defRPr>
            </a:defPPr>
            <a:lvl1pPr>
              <a:defRPr sz="1275" b="0">
                <a:solidFill>
                  <a:srgbClr val="4C5A64"/>
                </a:solidFill>
                <a:latin typeface="Noto Sans KR"/>
                <a:ea typeface="Noto Sans KR"/>
                <a:cs typeface="Noto Sans KR"/>
              </a:defRPr>
            </a:lvl1pPr>
            <a:lvl2pPr>
              <a:defRPr sz="1275" b="0">
                <a:solidFill>
                  <a:srgbClr val="4C5A64"/>
                </a:solidFill>
                <a:latin typeface="Noto Sans KR"/>
                <a:ea typeface="Noto Sans KR"/>
                <a:cs typeface="Noto Sans KR"/>
              </a:defRPr>
            </a:lvl2pPr>
            <a:lvl3pPr>
              <a:defRPr sz="1275" b="0">
                <a:solidFill>
                  <a:srgbClr val="4C5A64"/>
                </a:solidFill>
                <a:latin typeface="Noto Sans KR"/>
                <a:ea typeface="Noto Sans KR"/>
                <a:cs typeface="Noto Sans KR"/>
              </a:defRPr>
            </a:lvl3pPr>
            <a:lvl4pPr>
              <a:defRPr sz="1275" b="0">
                <a:solidFill>
                  <a:srgbClr val="4C5A64"/>
                </a:solidFill>
                <a:latin typeface="Noto Sans KR"/>
                <a:ea typeface="Noto Sans KR"/>
                <a:cs typeface="Noto Sans KR"/>
              </a:defRPr>
            </a:lvl4pPr>
            <a:lvl5pPr>
              <a:defRPr sz="1275" b="0">
                <a:solidFill>
                  <a:srgbClr val="4C5A64"/>
                </a:solidFill>
                <a:latin typeface="Noto Sans KR"/>
                <a:ea typeface="Noto Sans KR"/>
                <a:cs typeface="Noto Sans KR"/>
              </a:defRPr>
            </a:lvl5pPr>
            <a:lvl6pPr>
              <a:defRPr sz="1275" b="0">
                <a:solidFill>
                  <a:srgbClr val="4C5A64"/>
                </a:solidFill>
                <a:latin typeface="Noto Sans KR"/>
                <a:ea typeface="Noto Sans KR"/>
                <a:cs typeface="Noto Sans KR"/>
              </a:defRPr>
            </a:lvl6pPr>
            <a:lvl7pPr>
              <a:defRPr sz="1275" b="0">
                <a:solidFill>
                  <a:srgbClr val="4C5A64"/>
                </a:solidFill>
                <a:latin typeface="Noto Sans KR"/>
                <a:ea typeface="Noto Sans KR"/>
                <a:cs typeface="Noto Sans KR"/>
              </a:defRPr>
            </a:lvl7pPr>
            <a:lvl8pPr>
              <a:defRPr sz="1275" b="0">
                <a:solidFill>
                  <a:srgbClr val="4C5A64"/>
                </a:solidFill>
                <a:latin typeface="Noto Sans KR"/>
                <a:ea typeface="Noto Sans KR"/>
                <a:cs typeface="Noto Sans KR"/>
              </a:defRPr>
            </a:lvl8pPr>
            <a:lvl9pPr>
              <a:defRPr sz="1275" b="0">
                <a:solidFill>
                  <a:srgbClr val="4C5A64"/>
                </a:solidFill>
                <a:latin typeface="Noto Sans KR"/>
                <a:ea typeface="Noto Sans KR"/>
                <a:cs typeface="Noto Sans KR"/>
              </a:defRPr>
            </a:lvl9pPr>
          </a:lstStyle>
          <a:p xmlns:a="http://schemas.openxmlformats.org/drawingml/2006/main">
            <a:pPr>
              <a:defRPr sz="1275" b="0">
                <a:solidFill>
                  <a:srgbClr val="4C5A64"/>
                </a:solidFill>
                <a:latin typeface="Noto Sans KR"/>
                <a:ea typeface="Noto Sans KR"/>
                <a:cs typeface="Noto Sans KR"/>
              </a:defRPr>
            </a:pPr>
            <a:r>
              <a:rPr sz="1275" b="0">
                <a:solidFill>
                  <a:srgbClr val="4C5A64"/>
                </a:solidFill>
                <a:latin typeface="Noto Sans KR"/>
                <a:ea typeface="Noto Sans KR"/>
                <a:cs typeface="Noto Sans KR"/>
              </a:rPr>
              <a:t>2 / 4</a:t>
            </a:r>
          </a:p>
        </p:txBody>
      </p:sp>
      <p:sp>
        <p:nvSpPr>
          <p:cNvPr id="4" name="">
            <a:extLst xmlns:a="http://schemas.openxmlformats.org/drawingml/2006/main">
              <a:ext uri="{FF2B5EF4-FFF2-40B4-BE49-F238E27FC236}">
                <a16:creationId xmlns:a16="http://schemas.microsoft.com/office/drawing/2014/main" id="{138BC72E-5A4C-41C0-AB17-F85CE687D05A}"/>
              </a:ext>
            </a:extLst>
          </p:cNvPr>
          <p:cNvSpPr>
            <a:spLocks xmlns:a="http://schemas.openxmlformats.org/drawingml/2006/main" noGrp="1"/>
          </p:cNvSpPr>
          <p:nvPr/>
        </p:nvSpPr>
        <p:spPr>
          <a:xfrm xmlns:a="http://schemas.openxmlformats.org/drawingml/2006/main">
            <a:off x="609600" y="1438275"/>
            <a:ext cx="5867400" cy="2266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463" b="0">
                <a:solidFill>
                  <a:srgbClr val="132B3A"/>
                </a:solidFill>
                <a:latin typeface="DejaVu Sans Mono"/>
                <a:ea typeface="DejaVu Sans Mono"/>
                <a:cs typeface="DejaVu Sans Mono"/>
              </a:defRPr>
            </a:defPPr>
            <a:lvl1pPr>
              <a:defRPr sz="1463" b="0">
                <a:solidFill>
                  <a:srgbClr val="132B3A"/>
                </a:solidFill>
                <a:latin typeface="DejaVu Sans Mono"/>
                <a:ea typeface="DejaVu Sans Mono"/>
                <a:cs typeface="DejaVu Sans Mono"/>
              </a:defRPr>
            </a:lvl1pPr>
            <a:lvl2pPr>
              <a:defRPr sz="1463" b="0">
                <a:solidFill>
                  <a:srgbClr val="132B3A"/>
                </a:solidFill>
                <a:latin typeface="DejaVu Sans Mono"/>
                <a:ea typeface="DejaVu Sans Mono"/>
                <a:cs typeface="DejaVu Sans Mono"/>
              </a:defRPr>
            </a:lvl2pPr>
            <a:lvl3pPr>
              <a:defRPr sz="1463" b="0">
                <a:solidFill>
                  <a:srgbClr val="132B3A"/>
                </a:solidFill>
                <a:latin typeface="DejaVu Sans Mono"/>
                <a:ea typeface="DejaVu Sans Mono"/>
                <a:cs typeface="DejaVu Sans Mono"/>
              </a:defRPr>
            </a:lvl3pPr>
            <a:lvl4pPr>
              <a:defRPr sz="1463" b="0">
                <a:solidFill>
                  <a:srgbClr val="132B3A"/>
                </a:solidFill>
                <a:latin typeface="DejaVu Sans Mono"/>
                <a:ea typeface="DejaVu Sans Mono"/>
                <a:cs typeface="DejaVu Sans Mono"/>
              </a:defRPr>
            </a:lvl4pPr>
            <a:lvl5pPr>
              <a:defRPr sz="1463" b="0">
                <a:solidFill>
                  <a:srgbClr val="132B3A"/>
                </a:solidFill>
                <a:latin typeface="DejaVu Sans Mono"/>
                <a:ea typeface="DejaVu Sans Mono"/>
                <a:cs typeface="DejaVu Sans Mono"/>
              </a:defRPr>
            </a:lvl5pPr>
            <a:lvl6pPr>
              <a:defRPr sz="1463" b="0">
                <a:solidFill>
                  <a:srgbClr val="132B3A"/>
                </a:solidFill>
                <a:latin typeface="DejaVu Sans Mono"/>
                <a:ea typeface="DejaVu Sans Mono"/>
                <a:cs typeface="DejaVu Sans Mono"/>
              </a:defRPr>
            </a:lvl6pPr>
            <a:lvl7pPr>
              <a:defRPr sz="1463" b="0">
                <a:solidFill>
                  <a:srgbClr val="132B3A"/>
                </a:solidFill>
                <a:latin typeface="DejaVu Sans Mono"/>
                <a:ea typeface="DejaVu Sans Mono"/>
                <a:cs typeface="DejaVu Sans Mono"/>
              </a:defRPr>
            </a:lvl7pPr>
            <a:lvl8pPr>
              <a:defRPr sz="1463" b="0">
                <a:solidFill>
                  <a:srgbClr val="132B3A"/>
                </a:solidFill>
                <a:latin typeface="DejaVu Sans Mono"/>
                <a:ea typeface="DejaVu Sans Mono"/>
                <a:cs typeface="DejaVu Sans Mono"/>
              </a:defRPr>
            </a:lvl8pPr>
            <a:lvl9pPr>
              <a:defRPr sz="1463" b="0">
                <a:solidFill>
                  <a:srgbClr val="132B3A"/>
                </a:solidFill>
                <a:latin typeface="DejaVu Sans Mono"/>
                <a:ea typeface="DejaVu Sans Mono"/>
                <a:cs typeface="DejaVu Sans Mono"/>
              </a:defRPr>
            </a:lvl9pPr>
          </a:lstStyle>
          <a:p xmlns:a="http://schemas.openxmlformats.org/drawingml/2006/main">
            <a:pPr>
              <a:defRPr sz="1463" b="0">
                <a:solidFill>
                  <a:srgbClr val="132B3A"/>
                </a:solidFill>
                <a:latin typeface="DejaVu Sans Mono"/>
                <a:ea typeface="DejaVu Sans Mono"/>
                <a:cs typeface="DejaVu Sans Mono"/>
              </a:defRPr>
            </a:pPr>
            <a:r>
              <a:rPr sz="1463" b="0">
                <a:solidFill>
                  <a:srgbClr val="132B3A"/>
                </a:solidFill>
                <a:latin typeface="DejaVu Sans Mono"/>
                <a:ea typeface="DejaVu Sans Mono"/>
                <a:cs typeface="DejaVu Sans Mono"/>
              </a:rPr>
              <a:t>hsv = cv2.cvtColor(image, cv2.COLOR_BGR2HSV)</a:t>
            </a:r>
          </a:p>
          <a:p xmlns:a="http://schemas.openxmlformats.org/drawingml/2006/main">
            <a:pPr>
              <a:defRPr sz="1463" b="0">
                <a:solidFill>
                  <a:srgbClr val="132B3A"/>
                </a:solidFill>
                <a:latin typeface="DejaVu Sans Mono"/>
                <a:ea typeface="DejaVu Sans Mono"/>
                <a:cs typeface="DejaVu Sans Mono"/>
              </a:defRPr>
            </a:pPr>
            <a:r>
              <a:rPr sz="1463" b="0">
                <a:solidFill>
                  <a:srgbClr val="132B3A"/>
                </a:solidFill>
                <a:latin typeface="DejaVu Sans Mono"/>
                <a:ea typeface="DejaVu Sans Mono"/>
                <a:cs typeface="DejaVu Sans Mono"/>
              </a:rPr>
              <a:t>low = cv2.inRange(hsv, (0,120,70),</a:t>
            </a:r>
          </a:p>
          <a:p xmlns:a="http://schemas.openxmlformats.org/drawingml/2006/main">
            <a:pPr>
              <a:defRPr sz="1463" b="0">
                <a:solidFill>
                  <a:srgbClr val="132B3A"/>
                </a:solidFill>
                <a:latin typeface="DejaVu Sans Mono"/>
                <a:ea typeface="DejaVu Sans Mono"/>
                <a:cs typeface="DejaVu Sans Mono"/>
              </a:defRPr>
            </a:pPr>
            <a:r>
              <a:rPr sz="1463" b="0">
                <a:solidFill>
                  <a:srgbClr val="132B3A"/>
                </a:solidFill>
                <a:latin typeface="DejaVu Sans Mono"/>
                <a:ea typeface="DejaVu Sans Mono"/>
                <a:cs typeface="DejaVu Sans Mono"/>
              </a:rPr>
              <a:t>                  (10,255,255))</a:t>
            </a:r>
          </a:p>
          <a:p xmlns:a="http://schemas.openxmlformats.org/drawingml/2006/main">
            <a:pPr>
              <a:defRPr sz="1463" b="0">
                <a:solidFill>
                  <a:srgbClr val="132B3A"/>
                </a:solidFill>
                <a:latin typeface="DejaVu Sans Mono"/>
                <a:ea typeface="DejaVu Sans Mono"/>
                <a:cs typeface="DejaVu Sans Mono"/>
              </a:defRPr>
            </a:pPr>
            <a:r>
              <a:rPr sz="1463" b="0">
                <a:solidFill>
                  <a:srgbClr val="132B3A"/>
                </a:solidFill>
                <a:latin typeface="DejaVu Sans Mono"/>
                <a:ea typeface="DejaVu Sans Mono"/>
                <a:cs typeface="DejaVu Sans Mono"/>
              </a:rPr>
              <a:t>high = cv2.inRange(hsv, (170,120,70),</a:t>
            </a:r>
          </a:p>
          <a:p xmlns:a="http://schemas.openxmlformats.org/drawingml/2006/main">
            <a:pPr>
              <a:defRPr sz="1463" b="0">
                <a:solidFill>
                  <a:srgbClr val="132B3A"/>
                </a:solidFill>
                <a:latin typeface="DejaVu Sans Mono"/>
                <a:ea typeface="DejaVu Sans Mono"/>
                <a:cs typeface="DejaVu Sans Mono"/>
              </a:defRPr>
            </a:pPr>
            <a:r>
              <a:rPr sz="1463" b="0">
                <a:solidFill>
                  <a:srgbClr val="132B3A"/>
                </a:solidFill>
                <a:latin typeface="DejaVu Sans Mono"/>
                <a:ea typeface="DejaVu Sans Mono"/>
                <a:cs typeface="DejaVu Sans Mono"/>
              </a:rPr>
              <a:t>                   (179,255,255))</a:t>
            </a:r>
          </a:p>
          <a:p xmlns:a="http://schemas.openxmlformats.org/drawingml/2006/main">
            <a:pPr>
              <a:defRPr sz="1463" b="0">
                <a:solidFill>
                  <a:srgbClr val="132B3A"/>
                </a:solidFill>
                <a:latin typeface="DejaVu Sans Mono"/>
                <a:ea typeface="DejaVu Sans Mono"/>
                <a:cs typeface="DejaVu Sans Mono"/>
              </a:defRPr>
            </a:pPr>
            <a:r>
              <a:rPr sz="1463" b="0">
                <a:solidFill>
                  <a:srgbClr val="132B3A"/>
                </a:solidFill>
                <a:latin typeface="DejaVu Sans Mono"/>
                <a:ea typeface="DejaVu Sans Mono"/>
                <a:cs typeface="DejaVu Sans Mono"/>
              </a:rPr>
              <a:t>mask = cv2.bitwise_or(low, high)</a:t>
            </a:r>
          </a:p>
          <a:p xmlns:a="http://schemas.openxmlformats.org/drawingml/2006/main">
            <a:pPr>
              <a:defRPr sz="1463" b="0">
                <a:solidFill>
                  <a:srgbClr val="132B3A"/>
                </a:solidFill>
                <a:latin typeface="DejaVu Sans Mono"/>
                <a:ea typeface="DejaVu Sans Mono"/>
                <a:cs typeface="DejaVu Sans Mono"/>
              </a:defRPr>
            </a:pPr>
            <a:r>
              <a:rPr sz="1463" b="0">
                <a:solidFill>
                  <a:srgbClr val="132B3A"/>
                </a:solidFill>
                <a:latin typeface="DejaVu Sans Mono"/>
                <a:ea typeface="DejaVu Sans Mono"/>
                <a:cs typeface="DejaVu Sans Mono"/>
              </a:rPr>
              <a:t>result = cv2.bitwise_and(image, image, mask=mask)</a:t>
            </a:r>
          </a:p>
        </p:txBody>
      </p:sp>
      <p:pic>
        <p:nvPicPr>
          <p:cNvPr id="5" name="">
            <a:extLst xmlns:a="http://schemas.openxmlformats.org/drawingml/2006/main">
              <a:ext uri="{FF2B5EF4-FFF2-40B4-BE49-F238E27FC236}">
                <a16:creationId xmlns:a16="http://schemas.microsoft.com/office/drawing/2014/main" id="{30C2C8D9-F129-4869-986A-26A52F44F4C1}"/>
              </a:ext>
            </a:extLst>
          </p:cNvPr>
          <p:cNvPicPr>
            <a:picLocks xmlns:a="http://schemas.openxmlformats.org/drawingml/2006/main" noChangeAspect="1"/>
          </p:cNvPicPr>
          <p:nvPr/>
        </p:nvPicPr>
        <p:blipFill>
          <a:blip xmlns:r="http://schemas.openxmlformats.org/officeDocument/2006/relationships" xmlns:a="http://schemas.openxmlformats.org/drawingml/2006/main" r:embed="R468b7d87aa304159"/>
          <a:stretch xmlns:a="http://schemas.openxmlformats.org/drawingml/2006/main"/>
        </p:blipFill>
        <p:spPr>
          <a:xfrm xmlns:a="http://schemas.openxmlformats.org/drawingml/2006/main">
            <a:off x="6705600" y="1438275"/>
            <a:ext cx="1524000" cy="15240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857E56E-6552-44D2-926F-FD653FDE1CCF}"/>
              </a:ext>
            </a:extLst>
          </p:cNvPr>
          <p:cNvSpPr>
            <a:spLocks xmlns:a="http://schemas.openxmlformats.org/drawingml/2006/main" noGrp="1"/>
          </p:cNvSpPr>
          <p:nvPr/>
        </p:nvSpPr>
        <p:spPr>
          <a:xfrm xmlns:a="http://schemas.openxmlformats.org/drawingml/2006/main">
            <a:off x="6705600" y="3086100"/>
            <a:ext cx="1600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75" b="0">
                <a:solidFill>
                  <a:srgbClr val="4C5A64"/>
                </a:solidFill>
                <a:latin typeface="Noto Sans KR"/>
                <a:ea typeface="Noto Sans KR"/>
                <a:cs typeface="Noto Sans KR"/>
              </a:defRPr>
            </a:defPPr>
            <a:lvl1pPr>
              <a:defRPr sz="1575" b="0">
                <a:solidFill>
                  <a:srgbClr val="4C5A64"/>
                </a:solidFill>
                <a:latin typeface="Noto Sans KR"/>
                <a:ea typeface="Noto Sans KR"/>
                <a:cs typeface="Noto Sans KR"/>
              </a:defRPr>
            </a:lvl1pPr>
            <a:lvl2pPr>
              <a:defRPr sz="1575" b="0">
                <a:solidFill>
                  <a:srgbClr val="4C5A64"/>
                </a:solidFill>
                <a:latin typeface="Noto Sans KR"/>
                <a:ea typeface="Noto Sans KR"/>
                <a:cs typeface="Noto Sans KR"/>
              </a:defRPr>
            </a:lvl2pPr>
            <a:lvl3pPr>
              <a:defRPr sz="1575" b="0">
                <a:solidFill>
                  <a:srgbClr val="4C5A64"/>
                </a:solidFill>
                <a:latin typeface="Noto Sans KR"/>
                <a:ea typeface="Noto Sans KR"/>
                <a:cs typeface="Noto Sans KR"/>
              </a:defRPr>
            </a:lvl3pPr>
            <a:lvl4pPr>
              <a:defRPr sz="1575" b="0">
                <a:solidFill>
                  <a:srgbClr val="4C5A64"/>
                </a:solidFill>
                <a:latin typeface="Noto Sans KR"/>
                <a:ea typeface="Noto Sans KR"/>
                <a:cs typeface="Noto Sans KR"/>
              </a:defRPr>
            </a:lvl4pPr>
            <a:lvl5pPr>
              <a:defRPr sz="1575" b="0">
                <a:solidFill>
                  <a:srgbClr val="4C5A64"/>
                </a:solidFill>
                <a:latin typeface="Noto Sans KR"/>
                <a:ea typeface="Noto Sans KR"/>
                <a:cs typeface="Noto Sans KR"/>
              </a:defRPr>
            </a:lvl5pPr>
            <a:lvl6pPr>
              <a:defRPr sz="1575" b="0">
                <a:solidFill>
                  <a:srgbClr val="4C5A64"/>
                </a:solidFill>
                <a:latin typeface="Noto Sans KR"/>
                <a:ea typeface="Noto Sans KR"/>
                <a:cs typeface="Noto Sans KR"/>
              </a:defRPr>
            </a:lvl6pPr>
            <a:lvl7pPr>
              <a:defRPr sz="1575" b="0">
                <a:solidFill>
                  <a:srgbClr val="4C5A64"/>
                </a:solidFill>
                <a:latin typeface="Noto Sans KR"/>
                <a:ea typeface="Noto Sans KR"/>
                <a:cs typeface="Noto Sans KR"/>
              </a:defRPr>
            </a:lvl7pPr>
            <a:lvl8pPr>
              <a:defRPr sz="1575" b="0">
                <a:solidFill>
                  <a:srgbClr val="4C5A64"/>
                </a:solidFill>
                <a:latin typeface="Noto Sans KR"/>
                <a:ea typeface="Noto Sans KR"/>
                <a:cs typeface="Noto Sans KR"/>
              </a:defRPr>
            </a:lvl8pPr>
            <a:lvl9pPr>
              <a:defRPr sz="1575" b="0">
                <a:solidFill>
                  <a:srgbClr val="4C5A64"/>
                </a:solidFill>
                <a:latin typeface="Noto Sans KR"/>
                <a:ea typeface="Noto Sans KR"/>
                <a:cs typeface="Noto Sans KR"/>
              </a:defRPr>
            </a:lvl9pPr>
          </a:lstStyle>
          <a:p xmlns:a="http://schemas.openxmlformats.org/drawingml/2006/main">
            <a:pPr>
              <a:defRPr sz="1575" b="0">
                <a:solidFill>
                  <a:srgbClr val="4C5A64"/>
                </a:solidFill>
                <a:latin typeface="Noto Sans KR"/>
                <a:ea typeface="Noto Sans KR"/>
                <a:cs typeface="Noto Sans KR"/>
              </a:defRPr>
            </a:pPr>
            <a:r>
              <a:rPr sz="1575" b="0">
                <a:solidFill>
                  <a:srgbClr val="4C5A64"/>
                </a:solidFill>
                <a:latin typeface="Noto Sans KR"/>
                <a:ea typeface="Noto Sans KR"/>
                <a:cs typeface="Noto Sans KR"/>
              </a:rPr>
              <a:t>원본</a:t>
            </a:r>
          </a:p>
        </p:txBody>
      </p:sp>
      <p:pic>
        <p:nvPicPr>
          <p:cNvPr id="7" name="">
            <a:extLst xmlns:a="http://schemas.openxmlformats.org/drawingml/2006/main">
              <a:ext uri="{FF2B5EF4-FFF2-40B4-BE49-F238E27FC236}">
                <a16:creationId xmlns:a16="http://schemas.microsoft.com/office/drawing/2014/main" id="{81F88EE6-E918-4698-816D-CCC3351EF2C5}"/>
              </a:ext>
            </a:extLst>
          </p:cNvPr>
          <p:cNvPicPr>
            <a:picLocks xmlns:a="http://schemas.openxmlformats.org/drawingml/2006/main" noChangeAspect="1"/>
          </p:cNvPicPr>
          <p:nvPr/>
        </p:nvPicPr>
        <p:blipFill>
          <a:blip xmlns:r="http://schemas.openxmlformats.org/officeDocument/2006/relationships" xmlns:a="http://schemas.openxmlformats.org/drawingml/2006/main" r:embed="Re8214366b1e94518"/>
          <a:stretch xmlns:a="http://schemas.openxmlformats.org/drawingml/2006/main"/>
        </p:blipFill>
        <p:spPr>
          <a:xfrm xmlns:a="http://schemas.openxmlformats.org/drawingml/2006/main">
            <a:off x="8343900" y="1438275"/>
            <a:ext cx="1524000" cy="15240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D205BB09-BCA3-45F6-B16D-AFF3F8FC543A}"/>
              </a:ext>
            </a:extLst>
          </p:cNvPr>
          <p:cNvSpPr>
            <a:spLocks xmlns:a="http://schemas.openxmlformats.org/drawingml/2006/main" noGrp="1"/>
          </p:cNvSpPr>
          <p:nvPr/>
        </p:nvSpPr>
        <p:spPr>
          <a:xfrm xmlns:a="http://schemas.openxmlformats.org/drawingml/2006/main">
            <a:off x="8343900" y="3086100"/>
            <a:ext cx="1600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75" b="0">
                <a:solidFill>
                  <a:srgbClr val="4C5A64"/>
                </a:solidFill>
                <a:latin typeface="Noto Sans KR"/>
                <a:ea typeface="Noto Sans KR"/>
                <a:cs typeface="Noto Sans KR"/>
              </a:defRPr>
            </a:defPPr>
            <a:lvl1pPr>
              <a:defRPr sz="1575" b="0">
                <a:solidFill>
                  <a:srgbClr val="4C5A64"/>
                </a:solidFill>
                <a:latin typeface="Noto Sans KR"/>
                <a:ea typeface="Noto Sans KR"/>
                <a:cs typeface="Noto Sans KR"/>
              </a:defRPr>
            </a:lvl1pPr>
            <a:lvl2pPr>
              <a:defRPr sz="1575" b="0">
                <a:solidFill>
                  <a:srgbClr val="4C5A64"/>
                </a:solidFill>
                <a:latin typeface="Noto Sans KR"/>
                <a:ea typeface="Noto Sans KR"/>
                <a:cs typeface="Noto Sans KR"/>
              </a:defRPr>
            </a:lvl2pPr>
            <a:lvl3pPr>
              <a:defRPr sz="1575" b="0">
                <a:solidFill>
                  <a:srgbClr val="4C5A64"/>
                </a:solidFill>
                <a:latin typeface="Noto Sans KR"/>
                <a:ea typeface="Noto Sans KR"/>
                <a:cs typeface="Noto Sans KR"/>
              </a:defRPr>
            </a:lvl3pPr>
            <a:lvl4pPr>
              <a:defRPr sz="1575" b="0">
                <a:solidFill>
                  <a:srgbClr val="4C5A64"/>
                </a:solidFill>
                <a:latin typeface="Noto Sans KR"/>
                <a:ea typeface="Noto Sans KR"/>
                <a:cs typeface="Noto Sans KR"/>
              </a:defRPr>
            </a:lvl4pPr>
            <a:lvl5pPr>
              <a:defRPr sz="1575" b="0">
                <a:solidFill>
                  <a:srgbClr val="4C5A64"/>
                </a:solidFill>
                <a:latin typeface="Noto Sans KR"/>
                <a:ea typeface="Noto Sans KR"/>
                <a:cs typeface="Noto Sans KR"/>
              </a:defRPr>
            </a:lvl5pPr>
            <a:lvl6pPr>
              <a:defRPr sz="1575" b="0">
                <a:solidFill>
                  <a:srgbClr val="4C5A64"/>
                </a:solidFill>
                <a:latin typeface="Noto Sans KR"/>
                <a:ea typeface="Noto Sans KR"/>
                <a:cs typeface="Noto Sans KR"/>
              </a:defRPr>
            </a:lvl6pPr>
            <a:lvl7pPr>
              <a:defRPr sz="1575" b="0">
                <a:solidFill>
                  <a:srgbClr val="4C5A64"/>
                </a:solidFill>
                <a:latin typeface="Noto Sans KR"/>
                <a:ea typeface="Noto Sans KR"/>
                <a:cs typeface="Noto Sans KR"/>
              </a:defRPr>
            </a:lvl7pPr>
            <a:lvl8pPr>
              <a:defRPr sz="1575" b="0">
                <a:solidFill>
                  <a:srgbClr val="4C5A64"/>
                </a:solidFill>
                <a:latin typeface="Noto Sans KR"/>
                <a:ea typeface="Noto Sans KR"/>
                <a:cs typeface="Noto Sans KR"/>
              </a:defRPr>
            </a:lvl8pPr>
            <a:lvl9pPr>
              <a:defRPr sz="1575" b="0">
                <a:solidFill>
                  <a:srgbClr val="4C5A64"/>
                </a:solidFill>
                <a:latin typeface="Noto Sans KR"/>
                <a:ea typeface="Noto Sans KR"/>
                <a:cs typeface="Noto Sans KR"/>
              </a:defRPr>
            </a:lvl9pPr>
          </a:lstStyle>
          <a:p xmlns:a="http://schemas.openxmlformats.org/drawingml/2006/main">
            <a:pPr>
              <a:defRPr sz="1575" b="0">
                <a:solidFill>
                  <a:srgbClr val="4C5A64"/>
                </a:solidFill>
                <a:latin typeface="Noto Sans KR"/>
                <a:ea typeface="Noto Sans KR"/>
                <a:cs typeface="Noto Sans KR"/>
              </a:defRPr>
            </a:pPr>
            <a:r>
              <a:rPr sz="1575" b="0">
                <a:solidFill>
                  <a:srgbClr val="4C5A64"/>
                </a:solidFill>
                <a:latin typeface="Noto Sans KR"/>
                <a:ea typeface="Noto Sans KR"/>
                <a:cs typeface="Noto Sans KR"/>
              </a:rPr>
              <a:t>HSV 마스크</a:t>
            </a:r>
          </a:p>
        </p:txBody>
      </p:sp>
      <p:pic>
        <p:nvPicPr>
          <p:cNvPr id="9" name="">
            <a:extLst xmlns:a="http://schemas.openxmlformats.org/drawingml/2006/main">
              <a:ext uri="{FF2B5EF4-FFF2-40B4-BE49-F238E27FC236}">
                <a16:creationId xmlns:a16="http://schemas.microsoft.com/office/drawing/2014/main" id="{CE553110-0F28-4F29-8450-79705DB6C43C}"/>
              </a:ext>
            </a:extLst>
          </p:cNvPr>
          <p:cNvPicPr>
            <a:picLocks xmlns:a="http://schemas.openxmlformats.org/drawingml/2006/main" noChangeAspect="1"/>
          </p:cNvPicPr>
          <p:nvPr/>
        </p:nvPicPr>
        <p:blipFill>
          <a:blip xmlns:r="http://schemas.openxmlformats.org/officeDocument/2006/relationships" xmlns:a="http://schemas.openxmlformats.org/drawingml/2006/main" r:embed="R6494ff4086df4470"/>
          <a:stretch xmlns:a="http://schemas.openxmlformats.org/drawingml/2006/main"/>
        </p:blipFill>
        <p:spPr>
          <a:xfrm xmlns:a="http://schemas.openxmlformats.org/drawingml/2006/main">
            <a:off x="9982200" y="1438275"/>
            <a:ext cx="1524000" cy="152400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AE2ACDEA-5AF5-4EC6-B0B7-CFAFB0CAD810}"/>
              </a:ext>
            </a:extLst>
          </p:cNvPr>
          <p:cNvSpPr>
            <a:spLocks xmlns:a="http://schemas.openxmlformats.org/drawingml/2006/main" noGrp="1"/>
          </p:cNvSpPr>
          <p:nvPr/>
        </p:nvSpPr>
        <p:spPr>
          <a:xfrm xmlns:a="http://schemas.openxmlformats.org/drawingml/2006/main">
            <a:off x="9982200" y="3086100"/>
            <a:ext cx="1600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75" b="0">
                <a:solidFill>
                  <a:srgbClr val="4C5A64"/>
                </a:solidFill>
                <a:latin typeface="Noto Sans KR"/>
                <a:ea typeface="Noto Sans KR"/>
                <a:cs typeface="Noto Sans KR"/>
              </a:defRPr>
            </a:defPPr>
            <a:lvl1pPr>
              <a:defRPr sz="1575" b="0">
                <a:solidFill>
                  <a:srgbClr val="4C5A64"/>
                </a:solidFill>
                <a:latin typeface="Noto Sans KR"/>
                <a:ea typeface="Noto Sans KR"/>
                <a:cs typeface="Noto Sans KR"/>
              </a:defRPr>
            </a:lvl1pPr>
            <a:lvl2pPr>
              <a:defRPr sz="1575" b="0">
                <a:solidFill>
                  <a:srgbClr val="4C5A64"/>
                </a:solidFill>
                <a:latin typeface="Noto Sans KR"/>
                <a:ea typeface="Noto Sans KR"/>
                <a:cs typeface="Noto Sans KR"/>
              </a:defRPr>
            </a:lvl2pPr>
            <a:lvl3pPr>
              <a:defRPr sz="1575" b="0">
                <a:solidFill>
                  <a:srgbClr val="4C5A64"/>
                </a:solidFill>
                <a:latin typeface="Noto Sans KR"/>
                <a:ea typeface="Noto Sans KR"/>
                <a:cs typeface="Noto Sans KR"/>
              </a:defRPr>
            </a:lvl3pPr>
            <a:lvl4pPr>
              <a:defRPr sz="1575" b="0">
                <a:solidFill>
                  <a:srgbClr val="4C5A64"/>
                </a:solidFill>
                <a:latin typeface="Noto Sans KR"/>
                <a:ea typeface="Noto Sans KR"/>
                <a:cs typeface="Noto Sans KR"/>
              </a:defRPr>
            </a:lvl4pPr>
            <a:lvl5pPr>
              <a:defRPr sz="1575" b="0">
                <a:solidFill>
                  <a:srgbClr val="4C5A64"/>
                </a:solidFill>
                <a:latin typeface="Noto Sans KR"/>
                <a:ea typeface="Noto Sans KR"/>
                <a:cs typeface="Noto Sans KR"/>
              </a:defRPr>
            </a:lvl5pPr>
            <a:lvl6pPr>
              <a:defRPr sz="1575" b="0">
                <a:solidFill>
                  <a:srgbClr val="4C5A64"/>
                </a:solidFill>
                <a:latin typeface="Noto Sans KR"/>
                <a:ea typeface="Noto Sans KR"/>
                <a:cs typeface="Noto Sans KR"/>
              </a:defRPr>
            </a:lvl6pPr>
            <a:lvl7pPr>
              <a:defRPr sz="1575" b="0">
                <a:solidFill>
                  <a:srgbClr val="4C5A64"/>
                </a:solidFill>
                <a:latin typeface="Noto Sans KR"/>
                <a:ea typeface="Noto Sans KR"/>
                <a:cs typeface="Noto Sans KR"/>
              </a:defRPr>
            </a:lvl7pPr>
            <a:lvl8pPr>
              <a:defRPr sz="1575" b="0">
                <a:solidFill>
                  <a:srgbClr val="4C5A64"/>
                </a:solidFill>
                <a:latin typeface="Noto Sans KR"/>
                <a:ea typeface="Noto Sans KR"/>
                <a:cs typeface="Noto Sans KR"/>
              </a:defRPr>
            </a:lvl8pPr>
            <a:lvl9pPr>
              <a:defRPr sz="1575" b="0">
                <a:solidFill>
                  <a:srgbClr val="4C5A64"/>
                </a:solidFill>
                <a:latin typeface="Noto Sans KR"/>
                <a:ea typeface="Noto Sans KR"/>
                <a:cs typeface="Noto Sans KR"/>
              </a:defRPr>
            </a:lvl9pPr>
          </a:lstStyle>
          <a:p xmlns:a="http://schemas.openxmlformats.org/drawingml/2006/main">
            <a:pPr>
              <a:defRPr sz="1575" b="0">
                <a:solidFill>
                  <a:srgbClr val="4C5A64"/>
                </a:solidFill>
                <a:latin typeface="Noto Sans KR"/>
                <a:ea typeface="Noto Sans KR"/>
                <a:cs typeface="Noto Sans KR"/>
              </a:defRPr>
            </a:pPr>
            <a:r>
              <a:rPr sz="1575" b="0">
                <a:solidFill>
                  <a:srgbClr val="4C5A64"/>
                </a:solidFill>
                <a:latin typeface="Noto Sans KR"/>
                <a:ea typeface="Noto Sans KR"/>
                <a:cs typeface="Noto Sans KR"/>
              </a:rPr>
              <a:t>필터 결과</a:t>
            </a:r>
          </a:p>
        </p:txBody>
      </p:sp>
      <p:sp>
        <p:nvSpPr>
          <p:cNvPr id="11" name="">
            <a:extLst xmlns:a="http://schemas.openxmlformats.org/drawingml/2006/main">
              <a:ext uri="{FF2B5EF4-FFF2-40B4-BE49-F238E27FC236}">
                <a16:creationId xmlns:a16="http://schemas.microsoft.com/office/drawing/2014/main" id="{D6C8221D-4494-4968-93ED-FF679AA27804}"/>
              </a:ext>
            </a:extLst>
          </p:cNvPr>
          <p:cNvSpPr>
            <a:spLocks xmlns:a="http://schemas.openxmlformats.org/drawingml/2006/main" noGrp="1"/>
          </p:cNvSpPr>
          <p:nvPr/>
        </p:nvSpPr>
        <p:spPr>
          <a:xfrm xmlns:a="http://schemas.openxmlformats.org/drawingml/2006/main">
            <a:off x="609600" y="3743325"/>
            <a:ext cx="10953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007E83"/>
                </a:solidFill>
                <a:latin typeface="Noto Sans KR"/>
                <a:ea typeface="Noto Sans KR"/>
                <a:cs typeface="Noto Sans KR"/>
              </a:defRPr>
            </a:defPPr>
            <a:lvl1pPr>
              <a:defRPr sz="1875" b="1">
                <a:solidFill>
                  <a:srgbClr val="007E83"/>
                </a:solidFill>
                <a:latin typeface="Noto Sans KR"/>
                <a:ea typeface="Noto Sans KR"/>
                <a:cs typeface="Noto Sans KR"/>
              </a:defRPr>
            </a:lvl1pPr>
            <a:lvl2pPr>
              <a:defRPr sz="1875" b="1">
                <a:solidFill>
                  <a:srgbClr val="007E83"/>
                </a:solidFill>
                <a:latin typeface="Noto Sans KR"/>
                <a:ea typeface="Noto Sans KR"/>
                <a:cs typeface="Noto Sans KR"/>
              </a:defRPr>
            </a:lvl2pPr>
            <a:lvl3pPr>
              <a:defRPr sz="1875" b="1">
                <a:solidFill>
                  <a:srgbClr val="007E83"/>
                </a:solidFill>
                <a:latin typeface="Noto Sans KR"/>
                <a:ea typeface="Noto Sans KR"/>
                <a:cs typeface="Noto Sans KR"/>
              </a:defRPr>
            </a:lvl3pPr>
            <a:lvl4pPr>
              <a:defRPr sz="1875" b="1">
                <a:solidFill>
                  <a:srgbClr val="007E83"/>
                </a:solidFill>
                <a:latin typeface="Noto Sans KR"/>
                <a:ea typeface="Noto Sans KR"/>
                <a:cs typeface="Noto Sans KR"/>
              </a:defRPr>
            </a:lvl4pPr>
            <a:lvl5pPr>
              <a:defRPr sz="1875" b="1">
                <a:solidFill>
                  <a:srgbClr val="007E83"/>
                </a:solidFill>
                <a:latin typeface="Noto Sans KR"/>
                <a:ea typeface="Noto Sans KR"/>
                <a:cs typeface="Noto Sans KR"/>
              </a:defRPr>
            </a:lvl5pPr>
            <a:lvl6pPr>
              <a:defRPr sz="1875" b="1">
                <a:solidFill>
                  <a:srgbClr val="007E83"/>
                </a:solidFill>
                <a:latin typeface="Noto Sans KR"/>
                <a:ea typeface="Noto Sans KR"/>
                <a:cs typeface="Noto Sans KR"/>
              </a:defRPr>
            </a:lvl6pPr>
            <a:lvl7pPr>
              <a:defRPr sz="1875" b="1">
                <a:solidFill>
                  <a:srgbClr val="007E83"/>
                </a:solidFill>
                <a:latin typeface="Noto Sans KR"/>
                <a:ea typeface="Noto Sans KR"/>
                <a:cs typeface="Noto Sans KR"/>
              </a:defRPr>
            </a:lvl7pPr>
            <a:lvl8pPr>
              <a:defRPr sz="1875" b="1">
                <a:solidFill>
                  <a:srgbClr val="007E83"/>
                </a:solidFill>
                <a:latin typeface="Noto Sans KR"/>
                <a:ea typeface="Noto Sans KR"/>
                <a:cs typeface="Noto Sans KR"/>
              </a:defRPr>
            </a:lvl8pPr>
            <a:lvl9pPr>
              <a:defRPr sz="1875" b="1">
                <a:solidFill>
                  <a:srgbClr val="007E83"/>
                </a:solidFill>
                <a:latin typeface="Noto Sans KR"/>
                <a:ea typeface="Noto Sans KR"/>
                <a:cs typeface="Noto Sans KR"/>
              </a:defRPr>
            </a:lvl9pPr>
          </a:lstStyle>
          <a:p xmlns:a="http://schemas.openxmlformats.org/drawingml/2006/main">
            <a:pPr>
              <a:defRPr sz="1875" b="1">
                <a:solidFill>
                  <a:srgbClr val="007E83"/>
                </a:solidFill>
                <a:latin typeface="Noto Sans KR"/>
                <a:ea typeface="Noto Sans KR"/>
                <a:cs typeface="Noto Sans KR"/>
              </a:defRPr>
            </a:pPr>
            <a:r>
              <a:rPr sz="1875" b="1">
                <a:solidFill>
                  <a:srgbClr val="007E83"/>
                </a:solidFill>
                <a:latin typeface="Noto Sans KR"/>
                <a:ea typeface="Noto Sans KR"/>
                <a:cs typeface="Noto Sans KR"/>
              </a:rPr>
              <a:t>HSV: 빨강 색상 선택  ·  Threshold: Grayscale 밝기 127 초과 선택</a:t>
            </a:r>
          </a:p>
        </p:txBody>
      </p:sp>
      <p:sp>
        <p:nvSpPr>
          <p:cNvPr id="12" name="">
            <a:extLst xmlns:a="http://schemas.openxmlformats.org/drawingml/2006/main">
              <a:ext uri="{FF2B5EF4-FFF2-40B4-BE49-F238E27FC236}">
                <a16:creationId xmlns:a16="http://schemas.microsoft.com/office/drawing/2014/main" id="{6D1C3BB6-0E7E-4B0E-BCC5-1AACE9FDAE85}"/>
              </a:ext>
            </a:extLst>
          </p:cNvPr>
          <p:cNvSpPr>
            <a:spLocks xmlns:a="http://schemas.openxmlformats.org/drawingml/2006/main" noGrp="1"/>
          </p:cNvSpPr>
          <p:nvPr/>
        </p:nvSpPr>
        <p:spPr>
          <a:xfrm xmlns:a="http://schemas.openxmlformats.org/drawingml/2006/main">
            <a:off x="609600" y="4476750"/>
            <a:ext cx="109728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50" b="1">
                <a:solidFill>
                  <a:srgbClr val="132B3A"/>
                </a:solidFill>
                <a:latin typeface="Noto Sans KR"/>
                <a:ea typeface="Noto Sans KR"/>
                <a:cs typeface="Noto Sans KR"/>
              </a:defRPr>
            </a:defPPr>
            <a:lvl1pPr>
              <a:defRPr sz="2250" b="1">
                <a:solidFill>
                  <a:srgbClr val="132B3A"/>
                </a:solidFill>
                <a:latin typeface="Noto Sans KR"/>
                <a:ea typeface="Noto Sans KR"/>
                <a:cs typeface="Noto Sans KR"/>
              </a:defRPr>
            </a:lvl1pPr>
            <a:lvl2pPr>
              <a:defRPr sz="2250" b="1">
                <a:solidFill>
                  <a:srgbClr val="132B3A"/>
                </a:solidFill>
                <a:latin typeface="Noto Sans KR"/>
                <a:ea typeface="Noto Sans KR"/>
                <a:cs typeface="Noto Sans KR"/>
              </a:defRPr>
            </a:lvl2pPr>
            <a:lvl3pPr>
              <a:defRPr sz="2250" b="1">
                <a:solidFill>
                  <a:srgbClr val="132B3A"/>
                </a:solidFill>
                <a:latin typeface="Noto Sans KR"/>
                <a:ea typeface="Noto Sans KR"/>
                <a:cs typeface="Noto Sans KR"/>
              </a:defRPr>
            </a:lvl3pPr>
            <a:lvl4pPr>
              <a:defRPr sz="2250" b="1">
                <a:solidFill>
                  <a:srgbClr val="132B3A"/>
                </a:solidFill>
                <a:latin typeface="Noto Sans KR"/>
                <a:ea typeface="Noto Sans KR"/>
                <a:cs typeface="Noto Sans KR"/>
              </a:defRPr>
            </a:lvl4pPr>
            <a:lvl5pPr>
              <a:defRPr sz="2250" b="1">
                <a:solidFill>
                  <a:srgbClr val="132B3A"/>
                </a:solidFill>
                <a:latin typeface="Noto Sans KR"/>
                <a:ea typeface="Noto Sans KR"/>
                <a:cs typeface="Noto Sans KR"/>
              </a:defRPr>
            </a:lvl5pPr>
            <a:lvl6pPr>
              <a:defRPr sz="2250" b="1">
                <a:solidFill>
                  <a:srgbClr val="132B3A"/>
                </a:solidFill>
                <a:latin typeface="Noto Sans KR"/>
                <a:ea typeface="Noto Sans KR"/>
                <a:cs typeface="Noto Sans KR"/>
              </a:defRPr>
            </a:lvl6pPr>
            <a:lvl7pPr>
              <a:defRPr sz="2250" b="1">
                <a:solidFill>
                  <a:srgbClr val="132B3A"/>
                </a:solidFill>
                <a:latin typeface="Noto Sans KR"/>
                <a:ea typeface="Noto Sans KR"/>
                <a:cs typeface="Noto Sans KR"/>
              </a:defRPr>
            </a:lvl7pPr>
            <a:lvl8pPr>
              <a:defRPr sz="2250" b="1">
                <a:solidFill>
                  <a:srgbClr val="132B3A"/>
                </a:solidFill>
                <a:latin typeface="Noto Sans KR"/>
                <a:ea typeface="Noto Sans KR"/>
                <a:cs typeface="Noto Sans KR"/>
              </a:defRPr>
            </a:lvl8pPr>
            <a:lvl9pPr>
              <a:defRPr sz="2250" b="1">
                <a:solidFill>
                  <a:srgbClr val="132B3A"/>
                </a:solidFill>
                <a:latin typeface="Noto Sans KR"/>
                <a:ea typeface="Noto Sans KR"/>
                <a:cs typeface="Noto Sans KR"/>
              </a:defRPr>
            </a:lvl9pPr>
          </a:lstStyle>
          <a:p xmlns:a="http://schemas.openxmlformats.org/drawingml/2006/main">
            <a:pPr>
              <a:defRPr sz="2250" b="1">
                <a:solidFill>
                  <a:srgbClr val="132B3A"/>
                </a:solidFill>
                <a:latin typeface="Noto Sans KR"/>
                <a:ea typeface="Noto Sans KR"/>
                <a:cs typeface="Noto Sans KR"/>
              </a:defRPr>
            </a:pPr>
            <a:r>
              <a:rPr sz="2250" b="1">
                <a:solidFill>
                  <a:srgbClr val="132B3A"/>
                </a:solidFill>
                <a:latin typeface="Noto Sans KR"/>
                <a:ea typeface="Noto Sans KR"/>
                <a:cs typeface="Noto Sans KR"/>
              </a:rPr>
              <a:t>Git 실행 상태</a:t>
            </a:r>
          </a:p>
        </p:txBody>
      </p:sp>
      <p:sp>
        <p:nvSpPr>
          <p:cNvPr id="13" name="">
            <a:extLst xmlns:a="http://schemas.openxmlformats.org/drawingml/2006/main">
              <a:ext uri="{FF2B5EF4-FFF2-40B4-BE49-F238E27FC236}">
                <a16:creationId xmlns:a16="http://schemas.microsoft.com/office/drawing/2014/main" id="{7DE4B2C3-AFFB-4A6D-8FC0-44BA32A68199}"/>
              </a:ext>
            </a:extLst>
          </p:cNvPr>
          <p:cNvSpPr>
            <a:spLocks xmlns:a="http://schemas.openxmlformats.org/drawingml/2006/main" noGrp="1"/>
          </p:cNvSpPr>
          <p:nvPr/>
        </p:nvSpPr>
        <p:spPr>
          <a:xfrm xmlns:a="http://schemas.openxmlformats.org/drawingml/2006/main">
            <a:off x="609600" y="5029200"/>
            <a:ext cx="5572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132B3A"/>
                </a:solidFill>
                <a:latin typeface="Noto Sans KR"/>
                <a:ea typeface="Noto Sans KR"/>
                <a:cs typeface="Noto Sans KR"/>
              </a:defRPr>
            </a:defPPr>
            <a:lvl1pPr>
              <a:defRPr sz="1800" b="0">
                <a:solidFill>
                  <a:srgbClr val="132B3A"/>
                </a:solidFill>
                <a:latin typeface="Noto Sans KR"/>
                <a:ea typeface="Noto Sans KR"/>
                <a:cs typeface="Noto Sans KR"/>
              </a:defRPr>
            </a:lvl1pPr>
            <a:lvl2pPr>
              <a:defRPr sz="1800" b="0">
                <a:solidFill>
                  <a:srgbClr val="132B3A"/>
                </a:solidFill>
                <a:latin typeface="Noto Sans KR"/>
                <a:ea typeface="Noto Sans KR"/>
                <a:cs typeface="Noto Sans KR"/>
              </a:defRPr>
            </a:lvl2pPr>
            <a:lvl3pPr>
              <a:defRPr sz="1800" b="0">
                <a:solidFill>
                  <a:srgbClr val="132B3A"/>
                </a:solidFill>
                <a:latin typeface="Noto Sans KR"/>
                <a:ea typeface="Noto Sans KR"/>
                <a:cs typeface="Noto Sans KR"/>
              </a:defRPr>
            </a:lvl3pPr>
            <a:lvl4pPr>
              <a:defRPr sz="1800" b="0">
                <a:solidFill>
                  <a:srgbClr val="132B3A"/>
                </a:solidFill>
                <a:latin typeface="Noto Sans KR"/>
                <a:ea typeface="Noto Sans KR"/>
                <a:cs typeface="Noto Sans KR"/>
              </a:defRPr>
            </a:lvl4pPr>
            <a:lvl5pPr>
              <a:defRPr sz="1800" b="0">
                <a:solidFill>
                  <a:srgbClr val="132B3A"/>
                </a:solidFill>
                <a:latin typeface="Noto Sans KR"/>
                <a:ea typeface="Noto Sans KR"/>
                <a:cs typeface="Noto Sans KR"/>
              </a:defRPr>
            </a:lvl5pPr>
            <a:lvl6pPr>
              <a:defRPr sz="1800" b="0">
                <a:solidFill>
                  <a:srgbClr val="132B3A"/>
                </a:solidFill>
                <a:latin typeface="Noto Sans KR"/>
                <a:ea typeface="Noto Sans KR"/>
                <a:cs typeface="Noto Sans KR"/>
              </a:defRPr>
            </a:lvl6pPr>
            <a:lvl7pPr>
              <a:defRPr sz="1800" b="0">
                <a:solidFill>
                  <a:srgbClr val="132B3A"/>
                </a:solidFill>
                <a:latin typeface="Noto Sans KR"/>
                <a:ea typeface="Noto Sans KR"/>
                <a:cs typeface="Noto Sans KR"/>
              </a:defRPr>
            </a:lvl7pPr>
            <a:lvl8pPr>
              <a:defRPr sz="1800" b="0">
                <a:solidFill>
                  <a:srgbClr val="132B3A"/>
                </a:solidFill>
                <a:latin typeface="Noto Sans KR"/>
                <a:ea typeface="Noto Sans KR"/>
                <a:cs typeface="Noto Sans KR"/>
              </a:defRPr>
            </a:lvl8pPr>
            <a:lvl9pPr>
              <a:defRPr sz="1800" b="0">
                <a:solidFill>
                  <a:srgbClr val="132B3A"/>
                </a:solidFill>
                <a:latin typeface="Noto Sans KR"/>
                <a:ea typeface="Noto Sans KR"/>
                <a:cs typeface="Noto Sans KR"/>
              </a:defRPr>
            </a:lvl9pPr>
          </a:lstStyle>
          <a:p xmlns:a="http://schemas.openxmlformats.org/drawingml/2006/main">
            <a:pPr>
              <a:defRPr sz="1800" b="0">
                <a:solidFill>
                  <a:srgbClr val="132B3A"/>
                </a:solidFill>
                <a:latin typeface="Noto Sans KR"/>
                <a:ea typeface="Noto Sans KR"/>
                <a:cs typeface="Noto Sans KR"/>
              </a:defRPr>
            </a:pPr>
            <a:r>
              <a:rPr sz="1800" b="0">
                <a:solidFill>
                  <a:srgbClr val="132B3A"/>
                </a:solidFill>
                <a:latin typeface="Noto Sans KR"/>
                <a:ea typeface="Noto Sans KR"/>
                <a:cs typeface="Noto Sans KR"/>
              </a:rPr>
              <a:t>main → feature/image-processing</a:t>
            </a:r>
          </a:p>
          <a:p xmlns:a="http://schemas.openxmlformats.org/drawingml/2006/main">
            <a:pPr>
              <a:defRPr sz="1800" b="0">
                <a:solidFill>
                  <a:srgbClr val="132B3A"/>
                </a:solidFill>
                <a:latin typeface="Noto Sans KR"/>
                <a:ea typeface="Noto Sans KR"/>
                <a:cs typeface="Noto Sans KR"/>
              </a:defRPr>
            </a:pPr>
            <a:r>
              <a:rPr sz="1800" b="0">
                <a:solidFill>
                  <a:srgbClr val="132B3A"/>
                </a:solidFill>
                <a:latin typeface="Noto Sans KR"/>
                <a:ea typeface="Noto Sans KR"/>
                <a:cs typeface="Noto Sans KR"/>
              </a:rPr>
              <a:t>요구사항·기능·검증·문서 커밋 분리</a:t>
            </a:r>
          </a:p>
        </p:txBody>
      </p:sp>
      <p:sp>
        <p:nvSpPr>
          <p:cNvPr id="14" name="">
            <a:extLst xmlns:a="http://schemas.openxmlformats.org/drawingml/2006/main">
              <a:ext uri="{FF2B5EF4-FFF2-40B4-BE49-F238E27FC236}">
                <a16:creationId xmlns:a16="http://schemas.microsoft.com/office/drawing/2014/main" id="{9BD7A563-3E3E-49AA-8F58-4C033D3E7C71}"/>
              </a:ext>
            </a:extLst>
          </p:cNvPr>
          <p:cNvSpPr>
            <a:spLocks xmlns:a="http://schemas.openxmlformats.org/drawingml/2006/main" noGrp="1"/>
          </p:cNvSpPr>
          <p:nvPr/>
        </p:nvSpPr>
        <p:spPr>
          <a:xfrm xmlns:a="http://schemas.openxmlformats.org/drawingml/2006/main">
            <a:off x="6705600" y="5029200"/>
            <a:ext cx="4876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9A4C00"/>
                </a:solidFill>
                <a:latin typeface="Noto Sans KR"/>
                <a:ea typeface="Noto Sans KR"/>
                <a:cs typeface="Noto Sans KR"/>
              </a:defRPr>
            </a:defPPr>
            <a:lvl1pPr>
              <a:defRPr sz="1800" b="0">
                <a:solidFill>
                  <a:srgbClr val="9A4C00"/>
                </a:solidFill>
                <a:latin typeface="Noto Sans KR"/>
                <a:ea typeface="Noto Sans KR"/>
                <a:cs typeface="Noto Sans KR"/>
              </a:defRPr>
            </a:lvl1pPr>
            <a:lvl2pPr>
              <a:defRPr sz="1800" b="0">
                <a:solidFill>
                  <a:srgbClr val="9A4C00"/>
                </a:solidFill>
                <a:latin typeface="Noto Sans KR"/>
                <a:ea typeface="Noto Sans KR"/>
                <a:cs typeface="Noto Sans KR"/>
              </a:defRPr>
            </a:lvl2pPr>
            <a:lvl3pPr>
              <a:defRPr sz="1800" b="0">
                <a:solidFill>
                  <a:srgbClr val="9A4C00"/>
                </a:solidFill>
                <a:latin typeface="Noto Sans KR"/>
                <a:ea typeface="Noto Sans KR"/>
                <a:cs typeface="Noto Sans KR"/>
              </a:defRPr>
            </a:lvl3pPr>
            <a:lvl4pPr>
              <a:defRPr sz="1800" b="0">
                <a:solidFill>
                  <a:srgbClr val="9A4C00"/>
                </a:solidFill>
                <a:latin typeface="Noto Sans KR"/>
                <a:ea typeface="Noto Sans KR"/>
                <a:cs typeface="Noto Sans KR"/>
              </a:defRPr>
            </a:lvl4pPr>
            <a:lvl5pPr>
              <a:defRPr sz="1800" b="0">
                <a:solidFill>
                  <a:srgbClr val="9A4C00"/>
                </a:solidFill>
                <a:latin typeface="Noto Sans KR"/>
                <a:ea typeface="Noto Sans KR"/>
                <a:cs typeface="Noto Sans KR"/>
              </a:defRPr>
            </a:lvl5pPr>
            <a:lvl6pPr>
              <a:defRPr sz="1800" b="0">
                <a:solidFill>
                  <a:srgbClr val="9A4C00"/>
                </a:solidFill>
                <a:latin typeface="Noto Sans KR"/>
                <a:ea typeface="Noto Sans KR"/>
                <a:cs typeface="Noto Sans KR"/>
              </a:defRPr>
            </a:lvl6pPr>
            <a:lvl7pPr>
              <a:defRPr sz="1800" b="0">
                <a:solidFill>
                  <a:srgbClr val="9A4C00"/>
                </a:solidFill>
                <a:latin typeface="Noto Sans KR"/>
                <a:ea typeface="Noto Sans KR"/>
                <a:cs typeface="Noto Sans KR"/>
              </a:defRPr>
            </a:lvl7pPr>
            <a:lvl8pPr>
              <a:defRPr sz="1800" b="0">
                <a:solidFill>
                  <a:srgbClr val="9A4C00"/>
                </a:solidFill>
                <a:latin typeface="Noto Sans KR"/>
                <a:ea typeface="Noto Sans KR"/>
                <a:cs typeface="Noto Sans KR"/>
              </a:defRPr>
            </a:lvl8pPr>
            <a:lvl9pPr>
              <a:defRPr sz="1800" b="0">
                <a:solidFill>
                  <a:srgbClr val="9A4C00"/>
                </a:solidFill>
                <a:latin typeface="Noto Sans KR"/>
                <a:ea typeface="Noto Sans KR"/>
                <a:cs typeface="Noto Sans KR"/>
              </a:defRPr>
            </a:lvl9pPr>
          </a:lstStyle>
          <a:p xmlns:a="http://schemas.openxmlformats.org/drawingml/2006/main">
            <a:pPr>
              <a:defRPr sz="1800" b="0">
                <a:solidFill>
                  <a:srgbClr val="9A4C00"/>
                </a:solidFill>
                <a:latin typeface="Noto Sans KR"/>
                <a:ea typeface="Noto Sans KR"/>
                <a:cs typeface="Noto Sans KR"/>
              </a:defRPr>
            </a:pPr>
            <a:r>
              <a:rPr sz="1800" b="0">
                <a:solidFill>
                  <a:srgbClr val="9A4C00"/>
                </a:solidFill>
                <a:latin typeface="Noto Sans KR"/>
                <a:ea typeface="Noto Sans KR"/>
                <a:cs typeface="Noto Sans KR"/>
              </a:rPr>
              <a:t>비공개 원격 저장소 생성 완료</a:t>
            </a:r>
          </a:p>
          <a:p xmlns:a="http://schemas.openxmlformats.org/drawingml/2006/main">
            <a:pPr>
              <a:defRPr sz="1800" b="0">
                <a:solidFill>
                  <a:srgbClr val="9A4C00"/>
                </a:solidFill>
                <a:latin typeface="Noto Sans KR"/>
                <a:ea typeface="Noto Sans KR"/>
                <a:cs typeface="Noto Sans KR"/>
              </a:defRPr>
            </a:pPr>
            <a:r>
              <a:rPr sz="1800" b="0">
                <a:solidFill>
                  <a:srgbClr val="9A4C00"/>
                </a:solidFill>
                <a:latin typeface="Noto Sans KR"/>
                <a:ea typeface="Noto Sans KR"/>
                <a:cs typeface="Noto Sans KR"/>
              </a:rPr>
              <a:t>Push·PR·외부 리뷰·Merge 미완료</a:t>
            </a:r>
          </a:p>
        </p:txBody>
      </p:sp>
      <p:sp>
        <p:nvSpPr>
          <p:cNvPr id="15" name="">
            <a:extLst xmlns:a="http://schemas.openxmlformats.org/drawingml/2006/main">
              <a:ext uri="{FF2B5EF4-FFF2-40B4-BE49-F238E27FC236}">
                <a16:creationId xmlns:a16="http://schemas.microsoft.com/office/drawing/2014/main" id="{CD77161D-1313-413F-B416-B6CEFA0D4231}"/>
              </a:ext>
            </a:extLst>
          </p:cNvPr>
          <p:cNvSpPr>
            <a:spLocks xmlns:a="http://schemas.openxmlformats.org/drawingml/2006/main" noGrp="1"/>
          </p:cNvSpPr>
          <p:nvPr/>
        </p:nvSpPr>
        <p:spPr>
          <a:xfrm xmlns:a="http://schemas.openxmlformats.org/drawingml/2006/main">
            <a:off x="609600" y="6010275"/>
            <a:ext cx="10972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25" b="0">
                <a:solidFill>
                  <a:srgbClr val="4C5A64"/>
                </a:solidFill>
                <a:latin typeface="Noto Sans KR"/>
                <a:ea typeface="Noto Sans KR"/>
                <a:cs typeface="Noto Sans KR"/>
              </a:defRPr>
            </a:defPPr>
            <a:lvl1pPr>
              <a:defRPr sz="1725" b="0">
                <a:solidFill>
                  <a:srgbClr val="4C5A64"/>
                </a:solidFill>
                <a:latin typeface="Noto Sans KR"/>
                <a:ea typeface="Noto Sans KR"/>
                <a:cs typeface="Noto Sans KR"/>
              </a:defRPr>
            </a:lvl1pPr>
            <a:lvl2pPr>
              <a:defRPr sz="1725" b="0">
                <a:solidFill>
                  <a:srgbClr val="4C5A64"/>
                </a:solidFill>
                <a:latin typeface="Noto Sans KR"/>
                <a:ea typeface="Noto Sans KR"/>
                <a:cs typeface="Noto Sans KR"/>
              </a:defRPr>
            </a:lvl2pPr>
            <a:lvl3pPr>
              <a:defRPr sz="1725" b="0">
                <a:solidFill>
                  <a:srgbClr val="4C5A64"/>
                </a:solidFill>
                <a:latin typeface="Noto Sans KR"/>
                <a:ea typeface="Noto Sans KR"/>
                <a:cs typeface="Noto Sans KR"/>
              </a:defRPr>
            </a:lvl3pPr>
            <a:lvl4pPr>
              <a:defRPr sz="1725" b="0">
                <a:solidFill>
                  <a:srgbClr val="4C5A64"/>
                </a:solidFill>
                <a:latin typeface="Noto Sans KR"/>
                <a:ea typeface="Noto Sans KR"/>
                <a:cs typeface="Noto Sans KR"/>
              </a:defRPr>
            </a:lvl4pPr>
            <a:lvl5pPr>
              <a:defRPr sz="1725" b="0">
                <a:solidFill>
                  <a:srgbClr val="4C5A64"/>
                </a:solidFill>
                <a:latin typeface="Noto Sans KR"/>
                <a:ea typeface="Noto Sans KR"/>
                <a:cs typeface="Noto Sans KR"/>
              </a:defRPr>
            </a:lvl5pPr>
            <a:lvl6pPr>
              <a:defRPr sz="1725" b="0">
                <a:solidFill>
                  <a:srgbClr val="4C5A64"/>
                </a:solidFill>
                <a:latin typeface="Noto Sans KR"/>
                <a:ea typeface="Noto Sans KR"/>
                <a:cs typeface="Noto Sans KR"/>
              </a:defRPr>
            </a:lvl6pPr>
            <a:lvl7pPr>
              <a:defRPr sz="1725" b="0">
                <a:solidFill>
                  <a:srgbClr val="4C5A64"/>
                </a:solidFill>
                <a:latin typeface="Noto Sans KR"/>
                <a:ea typeface="Noto Sans KR"/>
                <a:cs typeface="Noto Sans KR"/>
              </a:defRPr>
            </a:lvl7pPr>
            <a:lvl8pPr>
              <a:defRPr sz="1725" b="0">
                <a:solidFill>
                  <a:srgbClr val="4C5A64"/>
                </a:solidFill>
                <a:latin typeface="Noto Sans KR"/>
                <a:ea typeface="Noto Sans KR"/>
                <a:cs typeface="Noto Sans KR"/>
              </a:defRPr>
            </a:lvl8pPr>
            <a:lvl9pPr>
              <a:defRPr sz="1725" b="0">
                <a:solidFill>
                  <a:srgbClr val="4C5A64"/>
                </a:solidFill>
                <a:latin typeface="Noto Sans KR"/>
                <a:ea typeface="Noto Sans KR"/>
                <a:cs typeface="Noto Sans KR"/>
              </a:defRPr>
            </a:lvl9pPr>
          </a:lstStyle>
          <a:p xmlns:a="http://schemas.openxmlformats.org/drawingml/2006/main">
            <a:pPr>
              <a:defRPr sz="1725" b="0">
                <a:solidFill>
                  <a:srgbClr val="4C5A64"/>
                </a:solidFill>
                <a:latin typeface="Noto Sans KR"/>
                <a:ea typeface="Noto Sans KR"/>
                <a:cs typeface="Noto Sans KR"/>
              </a:defRPr>
            </a:pPr>
            <a:r>
              <a:rPr sz="1725" b="0">
                <a:solidFill>
                  <a:srgbClr val="4C5A64"/>
                </a:solidFill>
                <a:latin typeface="Noto Sans KR"/>
                <a:ea typeface="Noto Sans KR"/>
                <a:cs typeface="Noto Sans KR"/>
              </a:rPr>
              <a:t>자체 검토 기록은 외부 코드리뷰·승인과 구별</a:t>
            </a:r>
          </a:p>
        </p:txBody>
      </p:sp>
    </p:spTree>
    <p:extLst>
      <p:ext uri="{BB962C8B-B14F-4D97-AF65-F5344CB8AC3E}">
        <p14:creationId xmlns:p14="http://schemas.microsoft.com/office/powerpoint/2010/main" val="59252434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AB9E379-34AC-48A1-AAD3-5E8E3447A183}"/>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32B3A"/>
                </a:solidFill>
                <a:latin typeface="Noto Sans KR"/>
                <a:ea typeface="Noto Sans KR"/>
                <a:cs typeface="Noto Sans KR"/>
              </a:defRPr>
            </a:defPPr>
            <a:lvl1pPr>
              <a:defRPr sz="3300" b="1">
                <a:solidFill>
                  <a:srgbClr val="132B3A"/>
                </a:solidFill>
                <a:latin typeface="Noto Sans KR"/>
                <a:ea typeface="Noto Sans KR"/>
                <a:cs typeface="Noto Sans KR"/>
              </a:defRPr>
            </a:lvl1pPr>
            <a:lvl2pPr>
              <a:defRPr sz="3300" b="1">
                <a:solidFill>
                  <a:srgbClr val="132B3A"/>
                </a:solidFill>
                <a:latin typeface="Noto Sans KR"/>
                <a:ea typeface="Noto Sans KR"/>
                <a:cs typeface="Noto Sans KR"/>
              </a:defRPr>
            </a:lvl2pPr>
            <a:lvl3pPr>
              <a:defRPr sz="3300" b="1">
                <a:solidFill>
                  <a:srgbClr val="132B3A"/>
                </a:solidFill>
                <a:latin typeface="Noto Sans KR"/>
                <a:ea typeface="Noto Sans KR"/>
                <a:cs typeface="Noto Sans KR"/>
              </a:defRPr>
            </a:lvl3pPr>
            <a:lvl4pPr>
              <a:defRPr sz="3300" b="1">
                <a:solidFill>
                  <a:srgbClr val="132B3A"/>
                </a:solidFill>
                <a:latin typeface="Noto Sans KR"/>
                <a:ea typeface="Noto Sans KR"/>
                <a:cs typeface="Noto Sans KR"/>
              </a:defRPr>
            </a:lvl4pPr>
            <a:lvl5pPr>
              <a:defRPr sz="3300" b="1">
                <a:solidFill>
                  <a:srgbClr val="132B3A"/>
                </a:solidFill>
                <a:latin typeface="Noto Sans KR"/>
                <a:ea typeface="Noto Sans KR"/>
                <a:cs typeface="Noto Sans KR"/>
              </a:defRPr>
            </a:lvl5pPr>
            <a:lvl6pPr>
              <a:defRPr sz="3300" b="1">
                <a:solidFill>
                  <a:srgbClr val="132B3A"/>
                </a:solidFill>
                <a:latin typeface="Noto Sans KR"/>
                <a:ea typeface="Noto Sans KR"/>
                <a:cs typeface="Noto Sans KR"/>
              </a:defRPr>
            </a:lvl6pPr>
            <a:lvl7pPr>
              <a:defRPr sz="3300" b="1">
                <a:solidFill>
                  <a:srgbClr val="132B3A"/>
                </a:solidFill>
                <a:latin typeface="Noto Sans KR"/>
                <a:ea typeface="Noto Sans KR"/>
                <a:cs typeface="Noto Sans KR"/>
              </a:defRPr>
            </a:lvl7pPr>
            <a:lvl8pPr>
              <a:defRPr sz="3300" b="1">
                <a:solidFill>
                  <a:srgbClr val="132B3A"/>
                </a:solidFill>
                <a:latin typeface="Noto Sans KR"/>
                <a:ea typeface="Noto Sans KR"/>
                <a:cs typeface="Noto Sans KR"/>
              </a:defRPr>
            </a:lvl8pPr>
            <a:lvl9pPr>
              <a:defRPr sz="3300" b="1">
                <a:solidFill>
                  <a:srgbClr val="132B3A"/>
                </a:solidFill>
                <a:latin typeface="Noto Sans KR"/>
                <a:ea typeface="Noto Sans KR"/>
                <a:cs typeface="Noto Sans KR"/>
              </a:defRPr>
            </a:lvl9pPr>
          </a:lstStyle>
          <a:p xmlns:a="http://schemas.openxmlformats.org/drawingml/2006/main">
            <a:pPr>
              <a:defRPr sz="3300" b="1">
                <a:solidFill>
                  <a:srgbClr val="132B3A"/>
                </a:solidFill>
                <a:latin typeface="Noto Sans KR"/>
                <a:ea typeface="Noto Sans KR"/>
                <a:cs typeface="Noto Sans KR"/>
              </a:defRPr>
            </a:pPr>
            <a:r>
              <a:rPr sz="3300" b="1">
                <a:solidFill>
                  <a:srgbClr val="132B3A"/>
                </a:solidFill>
                <a:latin typeface="Noto Sans KR"/>
                <a:ea typeface="Noto Sans KR"/>
                <a:cs typeface="Noto Sans KR"/>
              </a:rPr>
              <a:t>전처리와 이상치 필터링 결과</a:t>
            </a:r>
          </a:p>
        </p:txBody>
      </p:sp>
      <p:sp>
        <p:nvSpPr>
          <p:cNvPr id="2" name="">
            <a:extLst xmlns:a="http://schemas.openxmlformats.org/drawingml/2006/main">
              <a:ext uri="{FF2B5EF4-FFF2-40B4-BE49-F238E27FC236}">
                <a16:creationId xmlns:a16="http://schemas.microsoft.com/office/drawing/2014/main" id="{A75EBDB9-A455-4011-A02B-E802D620B381}"/>
              </a:ext>
            </a:extLst>
          </p:cNvPr>
          <p:cNvSpPr>
            <a:spLocks xmlns:a="http://schemas.openxmlformats.org/drawingml/2006/main" noGrp="1"/>
          </p:cNvSpPr>
          <p:nvPr/>
        </p:nvSpPr>
        <p:spPr>
          <a:xfrm xmlns:a="http://schemas.openxmlformats.org/drawingml/2006/main">
            <a:off x="609600" y="6477000"/>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4C5A64"/>
                </a:solidFill>
                <a:latin typeface="Noto Sans KR"/>
                <a:ea typeface="Noto Sans KR"/>
                <a:cs typeface="Noto Sans KR"/>
              </a:defRPr>
            </a:defPPr>
            <a:lvl1pPr>
              <a:defRPr sz="1275" b="0">
                <a:solidFill>
                  <a:srgbClr val="4C5A64"/>
                </a:solidFill>
                <a:latin typeface="Noto Sans KR"/>
                <a:ea typeface="Noto Sans KR"/>
                <a:cs typeface="Noto Sans KR"/>
              </a:defRPr>
            </a:lvl1pPr>
            <a:lvl2pPr>
              <a:defRPr sz="1275" b="0">
                <a:solidFill>
                  <a:srgbClr val="4C5A64"/>
                </a:solidFill>
                <a:latin typeface="Noto Sans KR"/>
                <a:ea typeface="Noto Sans KR"/>
                <a:cs typeface="Noto Sans KR"/>
              </a:defRPr>
            </a:lvl2pPr>
            <a:lvl3pPr>
              <a:defRPr sz="1275" b="0">
                <a:solidFill>
                  <a:srgbClr val="4C5A64"/>
                </a:solidFill>
                <a:latin typeface="Noto Sans KR"/>
                <a:ea typeface="Noto Sans KR"/>
                <a:cs typeface="Noto Sans KR"/>
              </a:defRPr>
            </a:lvl3pPr>
            <a:lvl4pPr>
              <a:defRPr sz="1275" b="0">
                <a:solidFill>
                  <a:srgbClr val="4C5A64"/>
                </a:solidFill>
                <a:latin typeface="Noto Sans KR"/>
                <a:ea typeface="Noto Sans KR"/>
                <a:cs typeface="Noto Sans KR"/>
              </a:defRPr>
            </a:lvl4pPr>
            <a:lvl5pPr>
              <a:defRPr sz="1275" b="0">
                <a:solidFill>
                  <a:srgbClr val="4C5A64"/>
                </a:solidFill>
                <a:latin typeface="Noto Sans KR"/>
                <a:ea typeface="Noto Sans KR"/>
                <a:cs typeface="Noto Sans KR"/>
              </a:defRPr>
            </a:lvl5pPr>
            <a:lvl6pPr>
              <a:defRPr sz="1275" b="0">
                <a:solidFill>
                  <a:srgbClr val="4C5A64"/>
                </a:solidFill>
                <a:latin typeface="Noto Sans KR"/>
                <a:ea typeface="Noto Sans KR"/>
                <a:cs typeface="Noto Sans KR"/>
              </a:defRPr>
            </a:lvl6pPr>
            <a:lvl7pPr>
              <a:defRPr sz="1275" b="0">
                <a:solidFill>
                  <a:srgbClr val="4C5A64"/>
                </a:solidFill>
                <a:latin typeface="Noto Sans KR"/>
                <a:ea typeface="Noto Sans KR"/>
                <a:cs typeface="Noto Sans KR"/>
              </a:defRPr>
            </a:lvl7pPr>
            <a:lvl8pPr>
              <a:defRPr sz="1275" b="0">
                <a:solidFill>
                  <a:srgbClr val="4C5A64"/>
                </a:solidFill>
                <a:latin typeface="Noto Sans KR"/>
                <a:ea typeface="Noto Sans KR"/>
                <a:cs typeface="Noto Sans KR"/>
              </a:defRPr>
            </a:lvl8pPr>
            <a:lvl9pPr>
              <a:defRPr sz="1275" b="0">
                <a:solidFill>
                  <a:srgbClr val="4C5A64"/>
                </a:solidFill>
                <a:latin typeface="Noto Sans KR"/>
                <a:ea typeface="Noto Sans KR"/>
                <a:cs typeface="Noto Sans KR"/>
              </a:defRPr>
            </a:lvl9pPr>
          </a:lstStyle>
          <a:p xmlns:a="http://schemas.openxmlformats.org/drawingml/2006/main">
            <a:pPr>
              <a:defRPr sz="1275" b="0">
                <a:solidFill>
                  <a:srgbClr val="4C5A64"/>
                </a:solidFill>
                <a:latin typeface="Noto Sans KR"/>
                <a:ea typeface="Noto Sans KR"/>
                <a:cs typeface="Noto Sans KR"/>
              </a:defRPr>
            </a:pPr>
            <a:r>
              <a:rPr sz="1275" b="0">
                <a:solidFill>
                  <a:srgbClr val="4C5A64"/>
                </a:solidFill>
                <a:latin typeface="Noto Sans KR"/>
                <a:ea typeface="Noto Sans KR"/>
                <a:cs typeface="Noto Sans KR"/>
              </a:rPr>
              <a:t>COMENTO WEEK 1  ·  2026.10.23</a:t>
            </a:r>
          </a:p>
        </p:txBody>
      </p:sp>
      <p:sp>
        <p:nvSpPr>
          <p:cNvPr id="3" name="">
            <a:extLst xmlns:a="http://schemas.openxmlformats.org/drawingml/2006/main">
              <a:ext uri="{FF2B5EF4-FFF2-40B4-BE49-F238E27FC236}">
                <a16:creationId xmlns:a16="http://schemas.microsoft.com/office/drawing/2014/main" id="{AA989D49-9E0D-4601-94BD-5BB02CEE16F5}"/>
              </a:ext>
            </a:extLst>
          </p:cNvPr>
          <p:cNvSpPr>
            <a:spLocks xmlns:a="http://schemas.openxmlformats.org/drawingml/2006/main" noGrp="1"/>
          </p:cNvSpPr>
          <p:nvPr/>
        </p:nvSpPr>
        <p:spPr>
          <a:xfrm xmlns:a="http://schemas.openxmlformats.org/drawingml/2006/main">
            <a:off x="10763250" y="64770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4C5A64"/>
                </a:solidFill>
                <a:latin typeface="Noto Sans KR"/>
                <a:ea typeface="Noto Sans KR"/>
                <a:cs typeface="Noto Sans KR"/>
              </a:defRPr>
            </a:defPPr>
            <a:lvl1pPr>
              <a:defRPr sz="1275" b="0">
                <a:solidFill>
                  <a:srgbClr val="4C5A64"/>
                </a:solidFill>
                <a:latin typeface="Noto Sans KR"/>
                <a:ea typeface="Noto Sans KR"/>
                <a:cs typeface="Noto Sans KR"/>
              </a:defRPr>
            </a:lvl1pPr>
            <a:lvl2pPr>
              <a:defRPr sz="1275" b="0">
                <a:solidFill>
                  <a:srgbClr val="4C5A64"/>
                </a:solidFill>
                <a:latin typeface="Noto Sans KR"/>
                <a:ea typeface="Noto Sans KR"/>
                <a:cs typeface="Noto Sans KR"/>
              </a:defRPr>
            </a:lvl2pPr>
            <a:lvl3pPr>
              <a:defRPr sz="1275" b="0">
                <a:solidFill>
                  <a:srgbClr val="4C5A64"/>
                </a:solidFill>
                <a:latin typeface="Noto Sans KR"/>
                <a:ea typeface="Noto Sans KR"/>
                <a:cs typeface="Noto Sans KR"/>
              </a:defRPr>
            </a:lvl3pPr>
            <a:lvl4pPr>
              <a:defRPr sz="1275" b="0">
                <a:solidFill>
                  <a:srgbClr val="4C5A64"/>
                </a:solidFill>
                <a:latin typeface="Noto Sans KR"/>
                <a:ea typeface="Noto Sans KR"/>
                <a:cs typeface="Noto Sans KR"/>
              </a:defRPr>
            </a:lvl4pPr>
            <a:lvl5pPr>
              <a:defRPr sz="1275" b="0">
                <a:solidFill>
                  <a:srgbClr val="4C5A64"/>
                </a:solidFill>
                <a:latin typeface="Noto Sans KR"/>
                <a:ea typeface="Noto Sans KR"/>
                <a:cs typeface="Noto Sans KR"/>
              </a:defRPr>
            </a:lvl5pPr>
            <a:lvl6pPr>
              <a:defRPr sz="1275" b="0">
                <a:solidFill>
                  <a:srgbClr val="4C5A64"/>
                </a:solidFill>
                <a:latin typeface="Noto Sans KR"/>
                <a:ea typeface="Noto Sans KR"/>
                <a:cs typeface="Noto Sans KR"/>
              </a:defRPr>
            </a:lvl6pPr>
            <a:lvl7pPr>
              <a:defRPr sz="1275" b="0">
                <a:solidFill>
                  <a:srgbClr val="4C5A64"/>
                </a:solidFill>
                <a:latin typeface="Noto Sans KR"/>
                <a:ea typeface="Noto Sans KR"/>
                <a:cs typeface="Noto Sans KR"/>
              </a:defRPr>
            </a:lvl7pPr>
            <a:lvl8pPr>
              <a:defRPr sz="1275" b="0">
                <a:solidFill>
                  <a:srgbClr val="4C5A64"/>
                </a:solidFill>
                <a:latin typeface="Noto Sans KR"/>
                <a:ea typeface="Noto Sans KR"/>
                <a:cs typeface="Noto Sans KR"/>
              </a:defRPr>
            </a:lvl8pPr>
            <a:lvl9pPr>
              <a:defRPr sz="1275" b="0">
                <a:solidFill>
                  <a:srgbClr val="4C5A64"/>
                </a:solidFill>
                <a:latin typeface="Noto Sans KR"/>
                <a:ea typeface="Noto Sans KR"/>
                <a:cs typeface="Noto Sans KR"/>
              </a:defRPr>
            </a:lvl9pPr>
          </a:lstStyle>
          <a:p xmlns:a="http://schemas.openxmlformats.org/drawingml/2006/main">
            <a:pPr>
              <a:defRPr sz="1275" b="0">
                <a:solidFill>
                  <a:srgbClr val="4C5A64"/>
                </a:solidFill>
                <a:latin typeface="Noto Sans KR"/>
                <a:ea typeface="Noto Sans KR"/>
                <a:cs typeface="Noto Sans KR"/>
              </a:defRPr>
            </a:pPr>
            <a:r>
              <a:rPr sz="1275" b="0">
                <a:solidFill>
                  <a:srgbClr val="4C5A64"/>
                </a:solidFill>
                <a:latin typeface="Noto Sans KR"/>
                <a:ea typeface="Noto Sans KR"/>
                <a:cs typeface="Noto Sans KR"/>
              </a:rPr>
              <a:t>3 / 4</a:t>
            </a:r>
          </a:p>
        </p:txBody>
      </p:sp>
      <p:pic>
        <p:nvPicPr>
          <p:cNvPr id="4" name="">
            <a:extLst xmlns:a="http://schemas.openxmlformats.org/drawingml/2006/main">
              <a:ext uri="{FF2B5EF4-FFF2-40B4-BE49-F238E27FC236}">
                <a16:creationId xmlns:a16="http://schemas.microsoft.com/office/drawing/2014/main" id="{970E69BF-DEF7-494F-A02B-D7D9F81EF863}"/>
              </a:ext>
            </a:extLst>
          </p:cNvPr>
          <p:cNvPicPr>
            <a:picLocks xmlns:a="http://schemas.openxmlformats.org/drawingml/2006/main" noChangeAspect="1"/>
          </p:cNvPicPr>
          <p:nvPr/>
        </p:nvPicPr>
        <p:blipFill>
          <a:blip xmlns:r="http://schemas.openxmlformats.org/officeDocument/2006/relationships" xmlns:a="http://schemas.openxmlformats.org/drawingml/2006/main" r:embed="Rc3d3b238936a4af1"/>
          <a:stretch xmlns:a="http://schemas.openxmlformats.org/drawingml/2006/main"/>
        </p:blipFill>
        <p:spPr>
          <a:xfrm xmlns:a="http://schemas.openxmlformats.org/drawingml/2006/main">
            <a:off x="1101328" y="1343025"/>
            <a:ext cx="1493044" cy="19907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15360C9-0C14-4F79-B024-565E40CC9AA6}"/>
              </a:ext>
            </a:extLst>
          </p:cNvPr>
          <p:cNvSpPr>
            <a:spLocks xmlns:a="http://schemas.openxmlformats.org/drawingml/2006/main" noGrp="1"/>
          </p:cNvSpPr>
          <p:nvPr/>
        </p:nvSpPr>
        <p:spPr>
          <a:xfrm xmlns:a="http://schemas.openxmlformats.org/drawingml/2006/main">
            <a:off x="609600" y="3438525"/>
            <a:ext cx="26193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4C5A64"/>
                </a:solidFill>
                <a:latin typeface="Noto Sans KR"/>
                <a:ea typeface="Noto Sans KR"/>
                <a:cs typeface="Noto Sans KR"/>
              </a:defRPr>
            </a:defPPr>
            <a:lvl1pPr>
              <a:defRPr sz="1650" b="0">
                <a:solidFill>
                  <a:srgbClr val="4C5A64"/>
                </a:solidFill>
                <a:latin typeface="Noto Sans KR"/>
                <a:ea typeface="Noto Sans KR"/>
                <a:cs typeface="Noto Sans KR"/>
              </a:defRPr>
            </a:lvl1pPr>
            <a:lvl2pPr>
              <a:defRPr sz="1650" b="0">
                <a:solidFill>
                  <a:srgbClr val="4C5A64"/>
                </a:solidFill>
                <a:latin typeface="Noto Sans KR"/>
                <a:ea typeface="Noto Sans KR"/>
                <a:cs typeface="Noto Sans KR"/>
              </a:defRPr>
            </a:lvl2pPr>
            <a:lvl3pPr>
              <a:defRPr sz="1650" b="0">
                <a:solidFill>
                  <a:srgbClr val="4C5A64"/>
                </a:solidFill>
                <a:latin typeface="Noto Sans KR"/>
                <a:ea typeface="Noto Sans KR"/>
                <a:cs typeface="Noto Sans KR"/>
              </a:defRPr>
            </a:lvl3pPr>
            <a:lvl4pPr>
              <a:defRPr sz="1650" b="0">
                <a:solidFill>
                  <a:srgbClr val="4C5A64"/>
                </a:solidFill>
                <a:latin typeface="Noto Sans KR"/>
                <a:ea typeface="Noto Sans KR"/>
                <a:cs typeface="Noto Sans KR"/>
              </a:defRPr>
            </a:lvl4pPr>
            <a:lvl5pPr>
              <a:defRPr sz="1650" b="0">
                <a:solidFill>
                  <a:srgbClr val="4C5A64"/>
                </a:solidFill>
                <a:latin typeface="Noto Sans KR"/>
                <a:ea typeface="Noto Sans KR"/>
                <a:cs typeface="Noto Sans KR"/>
              </a:defRPr>
            </a:lvl5pPr>
            <a:lvl6pPr>
              <a:defRPr sz="1650" b="0">
                <a:solidFill>
                  <a:srgbClr val="4C5A64"/>
                </a:solidFill>
                <a:latin typeface="Noto Sans KR"/>
                <a:ea typeface="Noto Sans KR"/>
                <a:cs typeface="Noto Sans KR"/>
              </a:defRPr>
            </a:lvl6pPr>
            <a:lvl7pPr>
              <a:defRPr sz="1650" b="0">
                <a:solidFill>
                  <a:srgbClr val="4C5A64"/>
                </a:solidFill>
                <a:latin typeface="Noto Sans KR"/>
                <a:ea typeface="Noto Sans KR"/>
                <a:cs typeface="Noto Sans KR"/>
              </a:defRPr>
            </a:lvl7pPr>
            <a:lvl8pPr>
              <a:defRPr sz="1650" b="0">
                <a:solidFill>
                  <a:srgbClr val="4C5A64"/>
                </a:solidFill>
                <a:latin typeface="Noto Sans KR"/>
                <a:ea typeface="Noto Sans KR"/>
                <a:cs typeface="Noto Sans KR"/>
              </a:defRPr>
            </a:lvl8pPr>
            <a:lvl9pPr>
              <a:defRPr sz="1650" b="0">
                <a:solidFill>
                  <a:srgbClr val="4C5A64"/>
                </a:solidFill>
                <a:latin typeface="Noto Sans KR"/>
                <a:ea typeface="Noto Sans KR"/>
                <a:cs typeface="Noto Sans KR"/>
              </a:defRPr>
            </a:lvl9pPr>
          </a:lstStyle>
          <a:p xmlns:a="http://schemas.openxmlformats.org/drawingml/2006/main">
            <a:pPr>
              <a:defRPr sz="1650" b="0">
                <a:solidFill>
                  <a:srgbClr val="4C5A64"/>
                </a:solidFill>
                <a:latin typeface="Noto Sans KR"/>
                <a:ea typeface="Noto Sans KR"/>
                <a:cs typeface="Noto Sans KR"/>
              </a:defRPr>
            </a:pPr>
            <a:r>
              <a:rPr sz="1650" b="0">
                <a:solidFill>
                  <a:srgbClr val="4C5A64"/>
                </a:solidFill>
                <a:latin typeface="Noto Sans KR"/>
                <a:ea typeface="Noto Sans KR"/>
                <a:cs typeface="Noto Sans KR"/>
              </a:rPr>
              <a:t>원본</a:t>
            </a:r>
          </a:p>
        </p:txBody>
      </p:sp>
      <p:pic>
        <p:nvPicPr>
          <p:cNvPr id="6" name="">
            <a:extLst xmlns:a="http://schemas.openxmlformats.org/drawingml/2006/main">
              <a:ext uri="{FF2B5EF4-FFF2-40B4-BE49-F238E27FC236}">
                <a16:creationId xmlns:a16="http://schemas.microsoft.com/office/drawing/2014/main" id="{C8CFBC01-B92D-4E48-8D8D-B5C3C82A830B}"/>
              </a:ext>
            </a:extLst>
          </p:cNvPr>
          <p:cNvPicPr>
            <a:picLocks xmlns:a="http://schemas.openxmlformats.org/drawingml/2006/main" noChangeAspect="1"/>
          </p:cNvPicPr>
          <p:nvPr/>
        </p:nvPicPr>
        <p:blipFill>
          <a:blip xmlns:r="http://schemas.openxmlformats.org/officeDocument/2006/relationships" xmlns:a="http://schemas.openxmlformats.org/drawingml/2006/main" r:embed="Rec8f12ef5de54ec7"/>
          <a:stretch xmlns:a="http://schemas.openxmlformats.org/drawingml/2006/main"/>
        </p:blipFill>
        <p:spPr>
          <a:xfrm xmlns:a="http://schemas.openxmlformats.org/drawingml/2006/main">
            <a:off x="3624263" y="1343025"/>
            <a:ext cx="1990725" cy="199072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963758B-0A23-4AFC-B694-2C0D52D62985}"/>
              </a:ext>
            </a:extLst>
          </p:cNvPr>
          <p:cNvSpPr>
            <a:spLocks xmlns:a="http://schemas.openxmlformats.org/drawingml/2006/main" noGrp="1"/>
          </p:cNvSpPr>
          <p:nvPr/>
        </p:nvSpPr>
        <p:spPr>
          <a:xfrm xmlns:a="http://schemas.openxmlformats.org/drawingml/2006/main">
            <a:off x="3381375" y="3438525"/>
            <a:ext cx="26193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4C5A64"/>
                </a:solidFill>
                <a:latin typeface="Noto Sans KR"/>
                <a:ea typeface="Noto Sans KR"/>
                <a:cs typeface="Noto Sans KR"/>
              </a:defRPr>
            </a:defPPr>
            <a:lvl1pPr>
              <a:defRPr sz="1650" b="0">
                <a:solidFill>
                  <a:srgbClr val="4C5A64"/>
                </a:solidFill>
                <a:latin typeface="Noto Sans KR"/>
                <a:ea typeface="Noto Sans KR"/>
                <a:cs typeface="Noto Sans KR"/>
              </a:defRPr>
            </a:lvl1pPr>
            <a:lvl2pPr>
              <a:defRPr sz="1650" b="0">
                <a:solidFill>
                  <a:srgbClr val="4C5A64"/>
                </a:solidFill>
                <a:latin typeface="Noto Sans KR"/>
                <a:ea typeface="Noto Sans KR"/>
                <a:cs typeface="Noto Sans KR"/>
              </a:defRPr>
            </a:lvl2pPr>
            <a:lvl3pPr>
              <a:defRPr sz="1650" b="0">
                <a:solidFill>
                  <a:srgbClr val="4C5A64"/>
                </a:solidFill>
                <a:latin typeface="Noto Sans KR"/>
                <a:ea typeface="Noto Sans KR"/>
                <a:cs typeface="Noto Sans KR"/>
              </a:defRPr>
            </a:lvl3pPr>
            <a:lvl4pPr>
              <a:defRPr sz="1650" b="0">
                <a:solidFill>
                  <a:srgbClr val="4C5A64"/>
                </a:solidFill>
                <a:latin typeface="Noto Sans KR"/>
                <a:ea typeface="Noto Sans KR"/>
                <a:cs typeface="Noto Sans KR"/>
              </a:defRPr>
            </a:lvl4pPr>
            <a:lvl5pPr>
              <a:defRPr sz="1650" b="0">
                <a:solidFill>
                  <a:srgbClr val="4C5A64"/>
                </a:solidFill>
                <a:latin typeface="Noto Sans KR"/>
                <a:ea typeface="Noto Sans KR"/>
                <a:cs typeface="Noto Sans KR"/>
              </a:defRPr>
            </a:lvl5pPr>
            <a:lvl6pPr>
              <a:defRPr sz="1650" b="0">
                <a:solidFill>
                  <a:srgbClr val="4C5A64"/>
                </a:solidFill>
                <a:latin typeface="Noto Sans KR"/>
                <a:ea typeface="Noto Sans KR"/>
                <a:cs typeface="Noto Sans KR"/>
              </a:defRPr>
            </a:lvl6pPr>
            <a:lvl7pPr>
              <a:defRPr sz="1650" b="0">
                <a:solidFill>
                  <a:srgbClr val="4C5A64"/>
                </a:solidFill>
                <a:latin typeface="Noto Sans KR"/>
                <a:ea typeface="Noto Sans KR"/>
                <a:cs typeface="Noto Sans KR"/>
              </a:defRPr>
            </a:lvl7pPr>
            <a:lvl8pPr>
              <a:defRPr sz="1650" b="0">
                <a:solidFill>
                  <a:srgbClr val="4C5A64"/>
                </a:solidFill>
                <a:latin typeface="Noto Sans KR"/>
                <a:ea typeface="Noto Sans KR"/>
                <a:cs typeface="Noto Sans KR"/>
              </a:defRPr>
            </a:lvl8pPr>
            <a:lvl9pPr>
              <a:defRPr sz="1650" b="0">
                <a:solidFill>
                  <a:srgbClr val="4C5A64"/>
                </a:solidFill>
                <a:latin typeface="Noto Sans KR"/>
                <a:ea typeface="Noto Sans KR"/>
                <a:cs typeface="Noto Sans KR"/>
              </a:defRPr>
            </a:lvl9pPr>
          </a:lstStyle>
          <a:p xmlns:a="http://schemas.openxmlformats.org/drawingml/2006/main">
            <a:pPr>
              <a:defRPr sz="1650" b="0">
                <a:solidFill>
                  <a:srgbClr val="4C5A64"/>
                </a:solidFill>
                <a:latin typeface="Noto Sans KR"/>
                <a:ea typeface="Noto Sans KR"/>
                <a:cs typeface="Noto Sans KR"/>
              </a:defRPr>
            </a:pPr>
            <a:r>
              <a:rPr sz="1650" b="0">
                <a:solidFill>
                  <a:srgbClr val="4C5A64"/>
                </a:solidFill>
                <a:latin typeface="Noto Sans KR"/>
                <a:ea typeface="Noto Sans KR"/>
                <a:cs typeface="Noto Sans KR"/>
              </a:rPr>
              <a:t>Blur 후 좌우 반전</a:t>
            </a:r>
          </a:p>
        </p:txBody>
      </p:sp>
      <p:pic>
        <p:nvPicPr>
          <p:cNvPr id="8" name="">
            <a:extLst xmlns:a="http://schemas.openxmlformats.org/drawingml/2006/main">
              <a:ext uri="{FF2B5EF4-FFF2-40B4-BE49-F238E27FC236}">
                <a16:creationId xmlns:a16="http://schemas.microsoft.com/office/drawing/2014/main" id="{1553283A-7E1C-4D2E-B656-F51220B5F961}"/>
              </a:ext>
            </a:extLst>
          </p:cNvPr>
          <p:cNvPicPr>
            <a:picLocks xmlns:a="http://schemas.openxmlformats.org/drawingml/2006/main" noChangeAspect="1"/>
          </p:cNvPicPr>
          <p:nvPr/>
        </p:nvPicPr>
        <p:blipFill>
          <a:blip xmlns:r="http://schemas.openxmlformats.org/officeDocument/2006/relationships" xmlns:a="http://schemas.openxmlformats.org/drawingml/2006/main" r:embed="Rb88430d9e6084652"/>
          <a:stretch xmlns:a="http://schemas.openxmlformats.org/drawingml/2006/main"/>
        </p:blipFill>
        <p:spPr>
          <a:xfrm xmlns:a="http://schemas.openxmlformats.org/drawingml/2006/main">
            <a:off x="6396038" y="1343025"/>
            <a:ext cx="1990725" cy="199072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650D310D-CC6F-4C6A-9EFE-DA1FE643E52D}"/>
              </a:ext>
            </a:extLst>
          </p:cNvPr>
          <p:cNvSpPr>
            <a:spLocks xmlns:a="http://schemas.openxmlformats.org/drawingml/2006/main" noGrp="1"/>
          </p:cNvSpPr>
          <p:nvPr/>
        </p:nvSpPr>
        <p:spPr>
          <a:xfrm xmlns:a="http://schemas.openxmlformats.org/drawingml/2006/main">
            <a:off x="6153150" y="3438525"/>
            <a:ext cx="26193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4C5A64"/>
                </a:solidFill>
                <a:latin typeface="Noto Sans KR"/>
                <a:ea typeface="Noto Sans KR"/>
                <a:cs typeface="Noto Sans KR"/>
              </a:defRPr>
            </a:defPPr>
            <a:lvl1pPr>
              <a:defRPr sz="1650" b="0">
                <a:solidFill>
                  <a:srgbClr val="4C5A64"/>
                </a:solidFill>
                <a:latin typeface="Noto Sans KR"/>
                <a:ea typeface="Noto Sans KR"/>
                <a:cs typeface="Noto Sans KR"/>
              </a:defRPr>
            </a:lvl1pPr>
            <a:lvl2pPr>
              <a:defRPr sz="1650" b="0">
                <a:solidFill>
                  <a:srgbClr val="4C5A64"/>
                </a:solidFill>
                <a:latin typeface="Noto Sans KR"/>
                <a:ea typeface="Noto Sans KR"/>
                <a:cs typeface="Noto Sans KR"/>
              </a:defRPr>
            </a:lvl2pPr>
            <a:lvl3pPr>
              <a:defRPr sz="1650" b="0">
                <a:solidFill>
                  <a:srgbClr val="4C5A64"/>
                </a:solidFill>
                <a:latin typeface="Noto Sans KR"/>
                <a:ea typeface="Noto Sans KR"/>
                <a:cs typeface="Noto Sans KR"/>
              </a:defRPr>
            </a:lvl3pPr>
            <a:lvl4pPr>
              <a:defRPr sz="1650" b="0">
                <a:solidFill>
                  <a:srgbClr val="4C5A64"/>
                </a:solidFill>
                <a:latin typeface="Noto Sans KR"/>
                <a:ea typeface="Noto Sans KR"/>
                <a:cs typeface="Noto Sans KR"/>
              </a:defRPr>
            </a:lvl4pPr>
            <a:lvl5pPr>
              <a:defRPr sz="1650" b="0">
                <a:solidFill>
                  <a:srgbClr val="4C5A64"/>
                </a:solidFill>
                <a:latin typeface="Noto Sans KR"/>
                <a:ea typeface="Noto Sans KR"/>
                <a:cs typeface="Noto Sans KR"/>
              </a:defRPr>
            </a:lvl5pPr>
            <a:lvl6pPr>
              <a:defRPr sz="1650" b="0">
                <a:solidFill>
                  <a:srgbClr val="4C5A64"/>
                </a:solidFill>
                <a:latin typeface="Noto Sans KR"/>
                <a:ea typeface="Noto Sans KR"/>
                <a:cs typeface="Noto Sans KR"/>
              </a:defRPr>
            </a:lvl6pPr>
            <a:lvl7pPr>
              <a:defRPr sz="1650" b="0">
                <a:solidFill>
                  <a:srgbClr val="4C5A64"/>
                </a:solidFill>
                <a:latin typeface="Noto Sans KR"/>
                <a:ea typeface="Noto Sans KR"/>
                <a:cs typeface="Noto Sans KR"/>
              </a:defRPr>
            </a:lvl7pPr>
            <a:lvl8pPr>
              <a:defRPr sz="1650" b="0">
                <a:solidFill>
                  <a:srgbClr val="4C5A64"/>
                </a:solidFill>
                <a:latin typeface="Noto Sans KR"/>
                <a:ea typeface="Noto Sans KR"/>
                <a:cs typeface="Noto Sans KR"/>
              </a:defRPr>
            </a:lvl8pPr>
            <a:lvl9pPr>
              <a:defRPr sz="1650" b="0">
                <a:solidFill>
                  <a:srgbClr val="4C5A64"/>
                </a:solidFill>
                <a:latin typeface="Noto Sans KR"/>
                <a:ea typeface="Noto Sans KR"/>
                <a:cs typeface="Noto Sans KR"/>
              </a:defRPr>
            </a:lvl9pPr>
          </a:lstStyle>
          <a:p xmlns:a="http://schemas.openxmlformats.org/drawingml/2006/main">
            <a:pPr>
              <a:defRPr sz="1650" b="0">
                <a:solidFill>
                  <a:srgbClr val="4C5A64"/>
                </a:solidFill>
                <a:latin typeface="Noto Sans KR"/>
                <a:ea typeface="Noto Sans KR"/>
                <a:cs typeface="Noto Sans KR"/>
              </a:defRPr>
            </a:pPr>
            <a:r>
              <a:rPr sz="1650" b="0">
                <a:solidFill>
                  <a:srgbClr val="4C5A64"/>
                </a:solidFill>
                <a:latin typeface="Noto Sans KR"/>
                <a:ea typeface="Noto Sans KR"/>
                <a:cs typeface="Noto Sans KR"/>
              </a:rPr>
              <a:t>+15° 회전·색상 변화</a:t>
            </a:r>
          </a:p>
        </p:txBody>
      </p:sp>
      <p:pic>
        <p:nvPicPr>
          <p:cNvPr id="10" name="">
            <a:extLst xmlns:a="http://schemas.openxmlformats.org/drawingml/2006/main">
              <a:ext uri="{FF2B5EF4-FFF2-40B4-BE49-F238E27FC236}">
                <a16:creationId xmlns:a16="http://schemas.microsoft.com/office/drawing/2014/main" id="{FF22C813-2932-4218-A871-96E3918D3DDD}"/>
              </a:ext>
            </a:extLst>
          </p:cNvPr>
          <p:cNvPicPr>
            <a:picLocks xmlns:a="http://schemas.openxmlformats.org/drawingml/2006/main" noChangeAspect="1"/>
          </p:cNvPicPr>
          <p:nvPr/>
        </p:nvPicPr>
        <p:blipFill>
          <a:blip xmlns:r="http://schemas.openxmlformats.org/officeDocument/2006/relationships" xmlns:a="http://schemas.openxmlformats.org/drawingml/2006/main" r:embed="Rae884b144ca648d1"/>
          <a:stretch xmlns:a="http://schemas.openxmlformats.org/drawingml/2006/main"/>
        </p:blipFill>
        <p:spPr>
          <a:xfrm xmlns:a="http://schemas.openxmlformats.org/drawingml/2006/main">
            <a:off x="9167813" y="1343025"/>
            <a:ext cx="1990725" cy="199072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328D1468-1E16-4BB4-BC0C-C4D6479E9FF1}"/>
              </a:ext>
            </a:extLst>
          </p:cNvPr>
          <p:cNvSpPr>
            <a:spLocks xmlns:a="http://schemas.openxmlformats.org/drawingml/2006/main" noGrp="1"/>
          </p:cNvSpPr>
          <p:nvPr/>
        </p:nvSpPr>
        <p:spPr>
          <a:xfrm xmlns:a="http://schemas.openxmlformats.org/drawingml/2006/main">
            <a:off x="8924925" y="3438525"/>
            <a:ext cx="26193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50" b="0">
                <a:solidFill>
                  <a:srgbClr val="4C5A64"/>
                </a:solidFill>
                <a:latin typeface="Noto Sans KR"/>
                <a:ea typeface="Noto Sans KR"/>
                <a:cs typeface="Noto Sans KR"/>
              </a:defRPr>
            </a:defPPr>
            <a:lvl1pPr>
              <a:defRPr sz="1650" b="0">
                <a:solidFill>
                  <a:srgbClr val="4C5A64"/>
                </a:solidFill>
                <a:latin typeface="Noto Sans KR"/>
                <a:ea typeface="Noto Sans KR"/>
                <a:cs typeface="Noto Sans KR"/>
              </a:defRPr>
            </a:lvl1pPr>
            <a:lvl2pPr>
              <a:defRPr sz="1650" b="0">
                <a:solidFill>
                  <a:srgbClr val="4C5A64"/>
                </a:solidFill>
                <a:latin typeface="Noto Sans KR"/>
                <a:ea typeface="Noto Sans KR"/>
                <a:cs typeface="Noto Sans KR"/>
              </a:defRPr>
            </a:lvl2pPr>
            <a:lvl3pPr>
              <a:defRPr sz="1650" b="0">
                <a:solidFill>
                  <a:srgbClr val="4C5A64"/>
                </a:solidFill>
                <a:latin typeface="Noto Sans KR"/>
                <a:ea typeface="Noto Sans KR"/>
                <a:cs typeface="Noto Sans KR"/>
              </a:defRPr>
            </a:lvl3pPr>
            <a:lvl4pPr>
              <a:defRPr sz="1650" b="0">
                <a:solidFill>
                  <a:srgbClr val="4C5A64"/>
                </a:solidFill>
                <a:latin typeface="Noto Sans KR"/>
                <a:ea typeface="Noto Sans KR"/>
                <a:cs typeface="Noto Sans KR"/>
              </a:defRPr>
            </a:lvl4pPr>
            <a:lvl5pPr>
              <a:defRPr sz="1650" b="0">
                <a:solidFill>
                  <a:srgbClr val="4C5A64"/>
                </a:solidFill>
                <a:latin typeface="Noto Sans KR"/>
                <a:ea typeface="Noto Sans KR"/>
                <a:cs typeface="Noto Sans KR"/>
              </a:defRPr>
            </a:lvl5pPr>
            <a:lvl6pPr>
              <a:defRPr sz="1650" b="0">
                <a:solidFill>
                  <a:srgbClr val="4C5A64"/>
                </a:solidFill>
                <a:latin typeface="Noto Sans KR"/>
                <a:ea typeface="Noto Sans KR"/>
                <a:cs typeface="Noto Sans KR"/>
              </a:defRPr>
            </a:lvl6pPr>
            <a:lvl7pPr>
              <a:defRPr sz="1650" b="0">
                <a:solidFill>
                  <a:srgbClr val="4C5A64"/>
                </a:solidFill>
                <a:latin typeface="Noto Sans KR"/>
                <a:ea typeface="Noto Sans KR"/>
                <a:cs typeface="Noto Sans KR"/>
              </a:defRPr>
            </a:lvl7pPr>
            <a:lvl8pPr>
              <a:defRPr sz="1650" b="0">
                <a:solidFill>
                  <a:srgbClr val="4C5A64"/>
                </a:solidFill>
                <a:latin typeface="Noto Sans KR"/>
                <a:ea typeface="Noto Sans KR"/>
                <a:cs typeface="Noto Sans KR"/>
              </a:defRPr>
            </a:lvl8pPr>
            <a:lvl9pPr>
              <a:defRPr sz="1650" b="0">
                <a:solidFill>
                  <a:srgbClr val="4C5A64"/>
                </a:solidFill>
                <a:latin typeface="Noto Sans KR"/>
                <a:ea typeface="Noto Sans KR"/>
                <a:cs typeface="Noto Sans KR"/>
              </a:defRPr>
            </a:lvl9pPr>
          </a:lstStyle>
          <a:p xmlns:a="http://schemas.openxmlformats.org/drawingml/2006/main">
            <a:pPr>
              <a:defRPr sz="1650" b="0">
                <a:solidFill>
                  <a:srgbClr val="4C5A64"/>
                </a:solidFill>
                <a:latin typeface="Noto Sans KR"/>
                <a:ea typeface="Noto Sans KR"/>
                <a:cs typeface="Noto Sans KR"/>
              </a:defRPr>
            </a:pPr>
            <a:r>
              <a:rPr sz="1650" b="0">
                <a:solidFill>
                  <a:srgbClr val="4C5A64"/>
                </a:solidFill>
                <a:latin typeface="Noto Sans KR"/>
                <a:ea typeface="Noto Sans KR"/>
                <a:cs typeface="Noto Sans KR"/>
              </a:rPr>
              <a:t>Grayscale·Normalize</a:t>
            </a:r>
          </a:p>
        </p:txBody>
      </p:sp>
      <p:sp>
        <p:nvSpPr>
          <p:cNvPr id="12" name="">
            <a:extLst xmlns:a="http://schemas.openxmlformats.org/drawingml/2006/main">
              <a:ext uri="{FF2B5EF4-FFF2-40B4-BE49-F238E27FC236}">
                <a16:creationId xmlns:a16="http://schemas.microsoft.com/office/drawing/2014/main" id="{F9211092-946B-4E09-B1EB-01C8A26D2305}"/>
              </a:ext>
            </a:extLst>
          </p:cNvPr>
          <p:cNvSpPr>
            <a:spLocks xmlns:a="http://schemas.openxmlformats.org/drawingml/2006/main" noGrp="1"/>
          </p:cNvSpPr>
          <p:nvPr/>
        </p:nvSpPr>
        <p:spPr>
          <a:xfrm xmlns:a="http://schemas.openxmlformats.org/drawingml/2006/main">
            <a:off x="609600" y="4076700"/>
            <a:ext cx="62865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225" b="1">
                <a:solidFill>
                  <a:srgbClr val="007E83"/>
                </a:solidFill>
                <a:latin typeface="Noto Sans KR"/>
                <a:ea typeface="Noto Sans KR"/>
                <a:cs typeface="Noto Sans KR"/>
              </a:defRPr>
            </a:defPPr>
            <a:lvl1pPr>
              <a:defRPr sz="3225" b="1">
                <a:solidFill>
                  <a:srgbClr val="007E83"/>
                </a:solidFill>
                <a:latin typeface="Noto Sans KR"/>
                <a:ea typeface="Noto Sans KR"/>
                <a:cs typeface="Noto Sans KR"/>
              </a:defRPr>
            </a:lvl1pPr>
            <a:lvl2pPr>
              <a:defRPr sz="3225" b="1">
                <a:solidFill>
                  <a:srgbClr val="007E83"/>
                </a:solidFill>
                <a:latin typeface="Noto Sans KR"/>
                <a:ea typeface="Noto Sans KR"/>
                <a:cs typeface="Noto Sans KR"/>
              </a:defRPr>
            </a:lvl2pPr>
            <a:lvl3pPr>
              <a:defRPr sz="3225" b="1">
                <a:solidFill>
                  <a:srgbClr val="007E83"/>
                </a:solidFill>
                <a:latin typeface="Noto Sans KR"/>
                <a:ea typeface="Noto Sans KR"/>
                <a:cs typeface="Noto Sans KR"/>
              </a:defRPr>
            </a:lvl3pPr>
            <a:lvl4pPr>
              <a:defRPr sz="3225" b="1">
                <a:solidFill>
                  <a:srgbClr val="007E83"/>
                </a:solidFill>
                <a:latin typeface="Noto Sans KR"/>
                <a:ea typeface="Noto Sans KR"/>
                <a:cs typeface="Noto Sans KR"/>
              </a:defRPr>
            </a:lvl4pPr>
            <a:lvl5pPr>
              <a:defRPr sz="3225" b="1">
                <a:solidFill>
                  <a:srgbClr val="007E83"/>
                </a:solidFill>
                <a:latin typeface="Noto Sans KR"/>
                <a:ea typeface="Noto Sans KR"/>
                <a:cs typeface="Noto Sans KR"/>
              </a:defRPr>
            </a:lvl5pPr>
            <a:lvl6pPr>
              <a:defRPr sz="3225" b="1">
                <a:solidFill>
                  <a:srgbClr val="007E83"/>
                </a:solidFill>
                <a:latin typeface="Noto Sans KR"/>
                <a:ea typeface="Noto Sans KR"/>
                <a:cs typeface="Noto Sans KR"/>
              </a:defRPr>
            </a:lvl6pPr>
            <a:lvl7pPr>
              <a:defRPr sz="3225" b="1">
                <a:solidFill>
                  <a:srgbClr val="007E83"/>
                </a:solidFill>
                <a:latin typeface="Noto Sans KR"/>
                <a:ea typeface="Noto Sans KR"/>
                <a:cs typeface="Noto Sans KR"/>
              </a:defRPr>
            </a:lvl7pPr>
            <a:lvl8pPr>
              <a:defRPr sz="3225" b="1">
                <a:solidFill>
                  <a:srgbClr val="007E83"/>
                </a:solidFill>
                <a:latin typeface="Noto Sans KR"/>
                <a:ea typeface="Noto Sans KR"/>
                <a:cs typeface="Noto Sans KR"/>
              </a:defRPr>
            </a:lvl8pPr>
            <a:lvl9pPr>
              <a:defRPr sz="3225" b="1">
                <a:solidFill>
                  <a:srgbClr val="007E83"/>
                </a:solidFill>
                <a:latin typeface="Noto Sans KR"/>
                <a:ea typeface="Noto Sans KR"/>
                <a:cs typeface="Noto Sans KR"/>
              </a:defRPr>
            </a:lvl9pPr>
          </a:lstStyle>
          <a:p xmlns:a="http://schemas.openxmlformats.org/drawingml/2006/main">
            <a:pPr>
              <a:defRPr sz="3225" b="1">
                <a:solidFill>
                  <a:srgbClr val="007E83"/>
                </a:solidFill>
                <a:latin typeface="Noto Sans KR"/>
                <a:ea typeface="Noto Sans KR"/>
                <a:cs typeface="Noto Sans KR"/>
              </a:defRPr>
            </a:pPr>
            <a:r>
              <a:rPr sz="3225" b="1">
                <a:solidFill>
                  <a:srgbClr val="007E83"/>
                </a:solidFill>
                <a:latin typeface="Noto Sans KR"/>
                <a:ea typeface="Noto Sans KR"/>
                <a:cs typeface="Noto Sans KR"/>
              </a:rPr>
              <a:t>29 / 29 검증 통과</a:t>
            </a:r>
          </a:p>
        </p:txBody>
      </p:sp>
      <p:sp>
        <p:nvSpPr>
          <p:cNvPr id="13" name="">
            <a:extLst xmlns:a="http://schemas.openxmlformats.org/drawingml/2006/main">
              <a:ext uri="{FF2B5EF4-FFF2-40B4-BE49-F238E27FC236}">
                <a16:creationId xmlns:a16="http://schemas.microsoft.com/office/drawing/2014/main" id="{5427822E-7E5D-40A6-AFB4-8801199517E1}"/>
              </a:ext>
            </a:extLst>
          </p:cNvPr>
          <p:cNvSpPr>
            <a:spLocks xmlns:a="http://schemas.openxmlformats.org/drawingml/2006/main" noGrp="1"/>
          </p:cNvSpPr>
          <p:nvPr/>
        </p:nvSpPr>
        <p:spPr>
          <a:xfrm xmlns:a="http://schemas.openxmlformats.org/drawingml/2006/main">
            <a:off x="609600" y="4819650"/>
            <a:ext cx="619125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0">
                <a:solidFill>
                  <a:srgbClr val="132B3A"/>
                </a:solidFill>
                <a:latin typeface="Noto Sans KR"/>
                <a:ea typeface="Noto Sans KR"/>
                <a:cs typeface="Noto Sans KR"/>
              </a:defRPr>
            </a:defPPr>
            <a:lvl1pPr>
              <a:defRPr sz="1875" b="0">
                <a:solidFill>
                  <a:srgbClr val="132B3A"/>
                </a:solidFill>
                <a:latin typeface="Noto Sans KR"/>
                <a:ea typeface="Noto Sans KR"/>
                <a:cs typeface="Noto Sans KR"/>
              </a:defRPr>
            </a:lvl1pPr>
            <a:lvl2pPr>
              <a:defRPr sz="1875" b="0">
                <a:solidFill>
                  <a:srgbClr val="132B3A"/>
                </a:solidFill>
                <a:latin typeface="Noto Sans KR"/>
                <a:ea typeface="Noto Sans KR"/>
                <a:cs typeface="Noto Sans KR"/>
              </a:defRPr>
            </a:lvl2pPr>
            <a:lvl3pPr>
              <a:defRPr sz="1875" b="0">
                <a:solidFill>
                  <a:srgbClr val="132B3A"/>
                </a:solidFill>
                <a:latin typeface="Noto Sans KR"/>
                <a:ea typeface="Noto Sans KR"/>
                <a:cs typeface="Noto Sans KR"/>
              </a:defRPr>
            </a:lvl3pPr>
            <a:lvl4pPr>
              <a:defRPr sz="1875" b="0">
                <a:solidFill>
                  <a:srgbClr val="132B3A"/>
                </a:solidFill>
                <a:latin typeface="Noto Sans KR"/>
                <a:ea typeface="Noto Sans KR"/>
                <a:cs typeface="Noto Sans KR"/>
              </a:defRPr>
            </a:lvl4pPr>
            <a:lvl5pPr>
              <a:defRPr sz="1875" b="0">
                <a:solidFill>
                  <a:srgbClr val="132B3A"/>
                </a:solidFill>
                <a:latin typeface="Noto Sans KR"/>
                <a:ea typeface="Noto Sans KR"/>
                <a:cs typeface="Noto Sans KR"/>
              </a:defRPr>
            </a:lvl5pPr>
            <a:lvl6pPr>
              <a:defRPr sz="1875" b="0">
                <a:solidFill>
                  <a:srgbClr val="132B3A"/>
                </a:solidFill>
                <a:latin typeface="Noto Sans KR"/>
                <a:ea typeface="Noto Sans KR"/>
                <a:cs typeface="Noto Sans KR"/>
              </a:defRPr>
            </a:lvl6pPr>
            <a:lvl7pPr>
              <a:defRPr sz="1875" b="0">
                <a:solidFill>
                  <a:srgbClr val="132B3A"/>
                </a:solidFill>
                <a:latin typeface="Noto Sans KR"/>
                <a:ea typeface="Noto Sans KR"/>
                <a:cs typeface="Noto Sans KR"/>
              </a:defRPr>
            </a:lvl7pPr>
            <a:lvl8pPr>
              <a:defRPr sz="1875" b="0">
                <a:solidFill>
                  <a:srgbClr val="132B3A"/>
                </a:solidFill>
                <a:latin typeface="Noto Sans KR"/>
                <a:ea typeface="Noto Sans KR"/>
                <a:cs typeface="Noto Sans KR"/>
              </a:defRPr>
            </a:lvl8pPr>
            <a:lvl9pPr>
              <a:defRPr sz="1875" b="0">
                <a:solidFill>
                  <a:srgbClr val="132B3A"/>
                </a:solidFill>
                <a:latin typeface="Noto Sans KR"/>
                <a:ea typeface="Noto Sans KR"/>
                <a:cs typeface="Noto Sans KR"/>
              </a:defRPr>
            </a:lvl9pPr>
          </a:lstStyle>
          <a:p xmlns:a="http://schemas.openxmlformats.org/drawingml/2006/main">
            <a:pPr>
              <a:defRPr sz="1875" b="0">
                <a:solidFill>
                  <a:srgbClr val="132B3A"/>
                </a:solidFill>
                <a:latin typeface="Noto Sans KR"/>
                <a:ea typeface="Noto Sans KR"/>
                <a:cs typeface="Noto Sans KR"/>
              </a:defRPr>
            </a:pPr>
            <a:r>
              <a:rPr sz="1875" b="0">
                <a:solidFill>
                  <a:srgbClr val="132B3A"/>
                </a:solidFill>
                <a:latin typeface="Noto Sans KR"/>
                <a:ea typeface="Noto Sans KR"/>
                <a:cs typeface="Noto Sans KR"/>
              </a:rPr>
              <a:t>44 / 44 출력의 재현 해시 일치</a:t>
            </a:r>
          </a:p>
          <a:p xmlns:a="http://schemas.openxmlformats.org/drawingml/2006/main">
            <a:pPr>
              <a:defRPr sz="1875" b="0">
                <a:solidFill>
                  <a:srgbClr val="132B3A"/>
                </a:solidFill>
                <a:latin typeface="Noto Sans KR"/>
                <a:ea typeface="Noto Sans KR"/>
                <a:cs typeface="Noto Sans KR"/>
              </a:defRPr>
            </a:pPr>
            <a:r>
              <a:rPr sz="1875" b="0">
                <a:solidFill>
                  <a:srgbClr val="132B3A"/>
                </a:solidFill>
                <a:latin typeface="Noto Sans KR"/>
                <a:ea typeface="Noto Sans KR"/>
                <a:cs typeface="Noto Sans KR"/>
              </a:rPr>
              <a:t>최종 PNG 5장 · 224×224 단일 채널</a:t>
            </a:r>
          </a:p>
          <a:p xmlns:a="http://schemas.openxmlformats.org/drawingml/2006/main">
            <a:pPr>
              <a:defRPr sz="1875" b="0">
                <a:solidFill>
                  <a:srgbClr val="132B3A"/>
                </a:solidFill>
                <a:latin typeface="Noto Sans KR"/>
                <a:ea typeface="Noto Sans KR"/>
                <a:cs typeface="Noto Sans KR"/>
              </a:defRPr>
            </a:pPr>
            <a:r>
              <a:rPr sz="1875" b="0">
                <a:solidFill>
                  <a:srgbClr val="132B3A"/>
                </a:solidFill>
                <a:latin typeface="Noto Sans KR"/>
                <a:ea typeface="Noto Sans KR"/>
                <a:cs typeface="Noto Sans KR"/>
              </a:rPr>
              <a:t>실사진: 필터 통과 2장 / 제외 3장</a:t>
            </a:r>
          </a:p>
        </p:txBody>
      </p:sp>
      <p:sp>
        <p:nvSpPr>
          <p:cNvPr id="14" name="">
            <a:extLst xmlns:a="http://schemas.openxmlformats.org/drawingml/2006/main">
              <a:ext uri="{FF2B5EF4-FFF2-40B4-BE49-F238E27FC236}">
                <a16:creationId xmlns:a16="http://schemas.microsoft.com/office/drawing/2014/main" id="{ABB9D7F9-5722-45D9-8771-2FC28F3C71D9}"/>
              </a:ext>
            </a:extLst>
          </p:cNvPr>
          <p:cNvSpPr>
            <a:spLocks xmlns:a="http://schemas.openxmlformats.org/drawingml/2006/main" noGrp="1"/>
          </p:cNvSpPr>
          <p:nvPr/>
        </p:nvSpPr>
        <p:spPr>
          <a:xfrm xmlns:a="http://schemas.openxmlformats.org/drawingml/2006/main">
            <a:off x="7429500" y="40005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75" b="1">
                <a:solidFill>
                  <a:srgbClr val="132B3A"/>
                </a:solidFill>
                <a:latin typeface="Noto Sans KR"/>
                <a:ea typeface="Noto Sans KR"/>
                <a:cs typeface="Noto Sans KR"/>
              </a:defRPr>
            </a:defPPr>
            <a:lvl1pPr>
              <a:defRPr sz="1875" b="1">
                <a:solidFill>
                  <a:srgbClr val="132B3A"/>
                </a:solidFill>
                <a:latin typeface="Noto Sans KR"/>
                <a:ea typeface="Noto Sans KR"/>
                <a:cs typeface="Noto Sans KR"/>
              </a:defRPr>
            </a:lvl1pPr>
            <a:lvl2pPr>
              <a:defRPr sz="1875" b="1">
                <a:solidFill>
                  <a:srgbClr val="132B3A"/>
                </a:solidFill>
                <a:latin typeface="Noto Sans KR"/>
                <a:ea typeface="Noto Sans KR"/>
                <a:cs typeface="Noto Sans KR"/>
              </a:defRPr>
            </a:lvl2pPr>
            <a:lvl3pPr>
              <a:defRPr sz="1875" b="1">
                <a:solidFill>
                  <a:srgbClr val="132B3A"/>
                </a:solidFill>
                <a:latin typeface="Noto Sans KR"/>
                <a:ea typeface="Noto Sans KR"/>
                <a:cs typeface="Noto Sans KR"/>
              </a:defRPr>
            </a:lvl3pPr>
            <a:lvl4pPr>
              <a:defRPr sz="1875" b="1">
                <a:solidFill>
                  <a:srgbClr val="132B3A"/>
                </a:solidFill>
                <a:latin typeface="Noto Sans KR"/>
                <a:ea typeface="Noto Sans KR"/>
                <a:cs typeface="Noto Sans KR"/>
              </a:defRPr>
            </a:lvl4pPr>
            <a:lvl5pPr>
              <a:defRPr sz="1875" b="1">
                <a:solidFill>
                  <a:srgbClr val="132B3A"/>
                </a:solidFill>
                <a:latin typeface="Noto Sans KR"/>
                <a:ea typeface="Noto Sans KR"/>
                <a:cs typeface="Noto Sans KR"/>
              </a:defRPr>
            </a:lvl5pPr>
            <a:lvl6pPr>
              <a:defRPr sz="1875" b="1">
                <a:solidFill>
                  <a:srgbClr val="132B3A"/>
                </a:solidFill>
                <a:latin typeface="Noto Sans KR"/>
                <a:ea typeface="Noto Sans KR"/>
                <a:cs typeface="Noto Sans KR"/>
              </a:defRPr>
            </a:lvl6pPr>
            <a:lvl7pPr>
              <a:defRPr sz="1875" b="1">
                <a:solidFill>
                  <a:srgbClr val="132B3A"/>
                </a:solidFill>
                <a:latin typeface="Noto Sans KR"/>
                <a:ea typeface="Noto Sans KR"/>
                <a:cs typeface="Noto Sans KR"/>
              </a:defRPr>
            </a:lvl7pPr>
            <a:lvl8pPr>
              <a:defRPr sz="1875" b="1">
                <a:solidFill>
                  <a:srgbClr val="132B3A"/>
                </a:solidFill>
                <a:latin typeface="Noto Sans KR"/>
                <a:ea typeface="Noto Sans KR"/>
                <a:cs typeface="Noto Sans KR"/>
              </a:defRPr>
            </a:lvl8pPr>
            <a:lvl9pPr>
              <a:defRPr sz="1875" b="1">
                <a:solidFill>
                  <a:srgbClr val="132B3A"/>
                </a:solidFill>
                <a:latin typeface="Noto Sans KR"/>
                <a:ea typeface="Noto Sans KR"/>
                <a:cs typeface="Noto Sans KR"/>
              </a:defRPr>
            </a:lvl9pPr>
          </a:lstStyle>
          <a:p xmlns:a="http://schemas.openxmlformats.org/drawingml/2006/main">
            <a:pPr>
              <a:defRPr sz="1875" b="1">
                <a:solidFill>
                  <a:srgbClr val="132B3A"/>
                </a:solidFill>
                <a:latin typeface="Noto Sans KR"/>
                <a:ea typeface="Noto Sans KR"/>
                <a:cs typeface="Noto Sans KR"/>
              </a:defRPr>
            </a:pPr>
            <a:r>
              <a:rPr sz="1875" b="1">
                <a:solidFill>
                  <a:srgbClr val="132B3A"/>
                </a:solidFill>
                <a:latin typeface="Noto Sans KR"/>
                <a:ea typeface="Noto Sans KR"/>
                <a:cs typeface="Noto Sans KR"/>
              </a:rPr>
              <a:t>정답을 알고 있는 합성 입력</a:t>
            </a:r>
          </a:p>
        </p:txBody>
      </p:sp>
      <p:pic>
        <p:nvPicPr>
          <p:cNvPr id="15" name="">
            <a:extLst xmlns:a="http://schemas.openxmlformats.org/drawingml/2006/main">
              <a:ext uri="{FF2B5EF4-FFF2-40B4-BE49-F238E27FC236}">
                <a16:creationId xmlns:a16="http://schemas.microsoft.com/office/drawing/2014/main" id="{283BFD57-D349-4886-AD3B-CB1E87A51F44}"/>
              </a:ext>
            </a:extLst>
          </p:cNvPr>
          <p:cNvPicPr>
            <a:picLocks xmlns:a="http://schemas.openxmlformats.org/drawingml/2006/main" noChangeAspect="1"/>
          </p:cNvPicPr>
          <p:nvPr/>
        </p:nvPicPr>
        <p:blipFill>
          <a:blip xmlns:r="http://schemas.openxmlformats.org/officeDocument/2006/relationships" xmlns:a="http://schemas.openxmlformats.org/drawingml/2006/main" r:embed="R703d5b6a128b473e"/>
          <a:stretch xmlns:a="http://schemas.openxmlformats.org/drawingml/2006/main"/>
        </p:blipFill>
        <p:spPr>
          <a:xfrm xmlns:a="http://schemas.openxmlformats.org/drawingml/2006/main">
            <a:off x="7429500" y="4543425"/>
            <a:ext cx="1123950" cy="1123950"/>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A6414084-8F81-4C2A-8E92-5F345E06CDAA}"/>
              </a:ext>
            </a:extLst>
          </p:cNvPr>
          <p:cNvSpPr>
            <a:spLocks xmlns:a="http://schemas.openxmlformats.org/drawingml/2006/main" noGrp="1"/>
          </p:cNvSpPr>
          <p:nvPr/>
        </p:nvSpPr>
        <p:spPr>
          <a:xfrm xmlns:a="http://schemas.openxmlformats.org/drawingml/2006/main">
            <a:off x="7429500" y="575310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425" b="0">
                <a:solidFill>
                  <a:srgbClr val="4C5A64"/>
                </a:solidFill>
                <a:latin typeface="Noto Sans KR"/>
                <a:ea typeface="Noto Sans KR"/>
                <a:cs typeface="Noto Sans KR"/>
              </a:defRPr>
            </a:defPPr>
            <a:lvl1pPr>
              <a:defRPr sz="1425" b="0">
                <a:solidFill>
                  <a:srgbClr val="4C5A64"/>
                </a:solidFill>
                <a:latin typeface="Noto Sans KR"/>
                <a:ea typeface="Noto Sans KR"/>
                <a:cs typeface="Noto Sans KR"/>
              </a:defRPr>
            </a:lvl1pPr>
            <a:lvl2pPr>
              <a:defRPr sz="1425" b="0">
                <a:solidFill>
                  <a:srgbClr val="4C5A64"/>
                </a:solidFill>
                <a:latin typeface="Noto Sans KR"/>
                <a:ea typeface="Noto Sans KR"/>
                <a:cs typeface="Noto Sans KR"/>
              </a:defRPr>
            </a:lvl2pPr>
            <a:lvl3pPr>
              <a:defRPr sz="1425" b="0">
                <a:solidFill>
                  <a:srgbClr val="4C5A64"/>
                </a:solidFill>
                <a:latin typeface="Noto Sans KR"/>
                <a:ea typeface="Noto Sans KR"/>
                <a:cs typeface="Noto Sans KR"/>
              </a:defRPr>
            </a:lvl3pPr>
            <a:lvl4pPr>
              <a:defRPr sz="1425" b="0">
                <a:solidFill>
                  <a:srgbClr val="4C5A64"/>
                </a:solidFill>
                <a:latin typeface="Noto Sans KR"/>
                <a:ea typeface="Noto Sans KR"/>
                <a:cs typeface="Noto Sans KR"/>
              </a:defRPr>
            </a:lvl4pPr>
            <a:lvl5pPr>
              <a:defRPr sz="1425" b="0">
                <a:solidFill>
                  <a:srgbClr val="4C5A64"/>
                </a:solidFill>
                <a:latin typeface="Noto Sans KR"/>
                <a:ea typeface="Noto Sans KR"/>
                <a:cs typeface="Noto Sans KR"/>
              </a:defRPr>
            </a:lvl5pPr>
            <a:lvl6pPr>
              <a:defRPr sz="1425" b="0">
                <a:solidFill>
                  <a:srgbClr val="4C5A64"/>
                </a:solidFill>
                <a:latin typeface="Noto Sans KR"/>
                <a:ea typeface="Noto Sans KR"/>
                <a:cs typeface="Noto Sans KR"/>
              </a:defRPr>
            </a:lvl6pPr>
            <a:lvl7pPr>
              <a:defRPr sz="1425" b="0">
                <a:solidFill>
                  <a:srgbClr val="4C5A64"/>
                </a:solidFill>
                <a:latin typeface="Noto Sans KR"/>
                <a:ea typeface="Noto Sans KR"/>
                <a:cs typeface="Noto Sans KR"/>
              </a:defRPr>
            </a:lvl7pPr>
            <a:lvl8pPr>
              <a:defRPr sz="1425" b="0">
                <a:solidFill>
                  <a:srgbClr val="4C5A64"/>
                </a:solidFill>
                <a:latin typeface="Noto Sans KR"/>
                <a:ea typeface="Noto Sans KR"/>
                <a:cs typeface="Noto Sans KR"/>
              </a:defRPr>
            </a:lvl8pPr>
            <a:lvl9pPr>
              <a:defRPr sz="1425" b="0">
                <a:solidFill>
                  <a:srgbClr val="4C5A64"/>
                </a:solidFill>
                <a:latin typeface="Noto Sans KR"/>
                <a:ea typeface="Noto Sans KR"/>
                <a:cs typeface="Noto Sans KR"/>
              </a:defRPr>
            </a:lvl9pPr>
          </a:lstStyle>
          <a:p xmlns:a="http://schemas.openxmlformats.org/drawingml/2006/main">
            <a:pPr>
              <a:defRPr sz="1425" b="0">
                <a:solidFill>
                  <a:srgbClr val="4C5A64"/>
                </a:solidFill>
                <a:latin typeface="Noto Sans KR"/>
                <a:ea typeface="Noto Sans KR"/>
                <a:cs typeface="Noto Sans KR"/>
              </a:defRPr>
            </a:pPr>
            <a:r>
              <a:rPr sz="1425" b="0">
                <a:solidFill>
                  <a:srgbClr val="4C5A64"/>
                </a:solidFill>
                <a:latin typeface="Noto Sans KR"/>
                <a:ea typeface="Noto Sans KR"/>
                <a:cs typeface="Noto Sans KR"/>
              </a:rPr>
              <a:t>정상 25%</a:t>
            </a:r>
          </a:p>
        </p:txBody>
      </p:sp>
      <p:pic>
        <p:nvPicPr>
          <p:cNvPr id="17" name="">
            <a:extLst xmlns:a="http://schemas.openxmlformats.org/drawingml/2006/main">
              <a:ext uri="{FF2B5EF4-FFF2-40B4-BE49-F238E27FC236}">
                <a16:creationId xmlns:a16="http://schemas.microsoft.com/office/drawing/2014/main" id="{899E4C83-BFCF-4B71-AAE5-7A21DB507F55}"/>
              </a:ext>
            </a:extLst>
          </p:cNvPr>
          <p:cNvPicPr>
            <a:picLocks xmlns:a="http://schemas.openxmlformats.org/drawingml/2006/main" noChangeAspect="1"/>
          </p:cNvPicPr>
          <p:nvPr/>
        </p:nvPicPr>
        <p:blipFill>
          <a:blip xmlns:r="http://schemas.openxmlformats.org/officeDocument/2006/relationships" xmlns:a="http://schemas.openxmlformats.org/drawingml/2006/main" r:embed="R85dcac5c77ee4de8"/>
          <a:stretch xmlns:a="http://schemas.openxmlformats.org/drawingml/2006/main"/>
        </p:blipFill>
        <p:spPr>
          <a:xfrm xmlns:a="http://schemas.openxmlformats.org/drawingml/2006/main">
            <a:off x="8810625" y="4543425"/>
            <a:ext cx="1123950" cy="11239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C7CFD3BF-2909-417F-9DAD-0425DDF16794}"/>
              </a:ext>
            </a:extLst>
          </p:cNvPr>
          <p:cNvSpPr>
            <a:spLocks xmlns:a="http://schemas.openxmlformats.org/drawingml/2006/main" noGrp="1"/>
          </p:cNvSpPr>
          <p:nvPr/>
        </p:nvSpPr>
        <p:spPr>
          <a:xfrm xmlns:a="http://schemas.openxmlformats.org/drawingml/2006/main">
            <a:off x="8810625" y="575310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425" b="0">
                <a:solidFill>
                  <a:srgbClr val="4C5A64"/>
                </a:solidFill>
                <a:latin typeface="Noto Sans KR"/>
                <a:ea typeface="Noto Sans KR"/>
                <a:cs typeface="Noto Sans KR"/>
              </a:defRPr>
            </a:defPPr>
            <a:lvl1pPr>
              <a:defRPr sz="1425" b="0">
                <a:solidFill>
                  <a:srgbClr val="4C5A64"/>
                </a:solidFill>
                <a:latin typeface="Noto Sans KR"/>
                <a:ea typeface="Noto Sans KR"/>
                <a:cs typeface="Noto Sans KR"/>
              </a:defRPr>
            </a:lvl1pPr>
            <a:lvl2pPr>
              <a:defRPr sz="1425" b="0">
                <a:solidFill>
                  <a:srgbClr val="4C5A64"/>
                </a:solidFill>
                <a:latin typeface="Noto Sans KR"/>
                <a:ea typeface="Noto Sans KR"/>
                <a:cs typeface="Noto Sans KR"/>
              </a:defRPr>
            </a:lvl2pPr>
            <a:lvl3pPr>
              <a:defRPr sz="1425" b="0">
                <a:solidFill>
                  <a:srgbClr val="4C5A64"/>
                </a:solidFill>
                <a:latin typeface="Noto Sans KR"/>
                <a:ea typeface="Noto Sans KR"/>
                <a:cs typeface="Noto Sans KR"/>
              </a:defRPr>
            </a:lvl3pPr>
            <a:lvl4pPr>
              <a:defRPr sz="1425" b="0">
                <a:solidFill>
                  <a:srgbClr val="4C5A64"/>
                </a:solidFill>
                <a:latin typeface="Noto Sans KR"/>
                <a:ea typeface="Noto Sans KR"/>
                <a:cs typeface="Noto Sans KR"/>
              </a:defRPr>
            </a:lvl4pPr>
            <a:lvl5pPr>
              <a:defRPr sz="1425" b="0">
                <a:solidFill>
                  <a:srgbClr val="4C5A64"/>
                </a:solidFill>
                <a:latin typeface="Noto Sans KR"/>
                <a:ea typeface="Noto Sans KR"/>
                <a:cs typeface="Noto Sans KR"/>
              </a:defRPr>
            </a:lvl5pPr>
            <a:lvl6pPr>
              <a:defRPr sz="1425" b="0">
                <a:solidFill>
                  <a:srgbClr val="4C5A64"/>
                </a:solidFill>
                <a:latin typeface="Noto Sans KR"/>
                <a:ea typeface="Noto Sans KR"/>
                <a:cs typeface="Noto Sans KR"/>
              </a:defRPr>
            </a:lvl6pPr>
            <a:lvl7pPr>
              <a:defRPr sz="1425" b="0">
                <a:solidFill>
                  <a:srgbClr val="4C5A64"/>
                </a:solidFill>
                <a:latin typeface="Noto Sans KR"/>
                <a:ea typeface="Noto Sans KR"/>
                <a:cs typeface="Noto Sans KR"/>
              </a:defRPr>
            </a:lvl7pPr>
            <a:lvl8pPr>
              <a:defRPr sz="1425" b="0">
                <a:solidFill>
                  <a:srgbClr val="4C5A64"/>
                </a:solidFill>
                <a:latin typeface="Noto Sans KR"/>
                <a:ea typeface="Noto Sans KR"/>
                <a:cs typeface="Noto Sans KR"/>
              </a:defRPr>
            </a:lvl8pPr>
            <a:lvl9pPr>
              <a:defRPr sz="1425" b="0">
                <a:solidFill>
                  <a:srgbClr val="4C5A64"/>
                </a:solidFill>
                <a:latin typeface="Noto Sans KR"/>
                <a:ea typeface="Noto Sans KR"/>
                <a:cs typeface="Noto Sans KR"/>
              </a:defRPr>
            </a:lvl9pPr>
          </a:lstStyle>
          <a:p xmlns:a="http://schemas.openxmlformats.org/drawingml/2006/main">
            <a:pPr>
              <a:defRPr sz="1425" b="0">
                <a:solidFill>
                  <a:srgbClr val="4C5A64"/>
                </a:solidFill>
                <a:latin typeface="Noto Sans KR"/>
                <a:ea typeface="Noto Sans KR"/>
                <a:cs typeface="Noto Sans KR"/>
              </a:defRPr>
            </a:pPr>
            <a:r>
              <a:rPr sz="1425" b="0">
                <a:solidFill>
                  <a:srgbClr val="4C5A64"/>
                </a:solidFill>
                <a:latin typeface="Noto Sans KR"/>
                <a:ea typeface="Noto Sans KR"/>
                <a:cs typeface="Noto Sans KR"/>
              </a:rPr>
              <a:t>어두움 15.5</a:t>
            </a:r>
          </a:p>
        </p:txBody>
      </p:sp>
      <p:pic>
        <p:nvPicPr>
          <p:cNvPr id="19" name="">
            <a:extLst xmlns:a="http://schemas.openxmlformats.org/drawingml/2006/main">
              <a:ext uri="{FF2B5EF4-FFF2-40B4-BE49-F238E27FC236}">
                <a16:creationId xmlns:a16="http://schemas.microsoft.com/office/drawing/2014/main" id="{607A8DBD-A214-433A-8CF6-3D7F3DC67188}"/>
              </a:ext>
            </a:extLst>
          </p:cNvPr>
          <p:cNvPicPr>
            <a:picLocks xmlns:a="http://schemas.openxmlformats.org/drawingml/2006/main" noChangeAspect="1"/>
          </p:cNvPicPr>
          <p:nvPr/>
        </p:nvPicPr>
        <p:blipFill>
          <a:blip xmlns:r="http://schemas.openxmlformats.org/officeDocument/2006/relationships" xmlns:a="http://schemas.openxmlformats.org/drawingml/2006/main" r:embed="R7fcd0339ccef4e41"/>
          <a:stretch xmlns:a="http://schemas.openxmlformats.org/drawingml/2006/main"/>
        </p:blipFill>
        <p:spPr>
          <a:xfrm xmlns:a="http://schemas.openxmlformats.org/drawingml/2006/main">
            <a:off x="10191750" y="4543425"/>
            <a:ext cx="1123950" cy="1123950"/>
          </a:xfrm>
          <a:prstGeom xmlns:a="http://schemas.openxmlformats.org/drawingml/2006/main" prst="rect">
            <a:avLst/>
          </a:prstGeom>
        </p:spPr>
      </p:pic>
      <p:sp>
        <p:nvSpPr>
          <p:cNvPr id="20" name="">
            <a:extLst xmlns:a="http://schemas.openxmlformats.org/drawingml/2006/main">
              <a:ext uri="{FF2B5EF4-FFF2-40B4-BE49-F238E27FC236}">
                <a16:creationId xmlns:a16="http://schemas.microsoft.com/office/drawing/2014/main" id="{C92DC5EC-5E6D-496E-ADE9-70F1A4DED932}"/>
              </a:ext>
            </a:extLst>
          </p:cNvPr>
          <p:cNvSpPr>
            <a:spLocks xmlns:a="http://schemas.openxmlformats.org/drawingml/2006/main" noGrp="1"/>
          </p:cNvSpPr>
          <p:nvPr/>
        </p:nvSpPr>
        <p:spPr>
          <a:xfrm xmlns:a="http://schemas.openxmlformats.org/drawingml/2006/main">
            <a:off x="10191750" y="575310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425" b="0">
                <a:solidFill>
                  <a:srgbClr val="4C5A64"/>
                </a:solidFill>
                <a:latin typeface="Noto Sans KR"/>
                <a:ea typeface="Noto Sans KR"/>
                <a:cs typeface="Noto Sans KR"/>
              </a:defRPr>
            </a:defPPr>
            <a:lvl1pPr>
              <a:defRPr sz="1425" b="0">
                <a:solidFill>
                  <a:srgbClr val="4C5A64"/>
                </a:solidFill>
                <a:latin typeface="Noto Sans KR"/>
                <a:ea typeface="Noto Sans KR"/>
                <a:cs typeface="Noto Sans KR"/>
              </a:defRPr>
            </a:lvl1pPr>
            <a:lvl2pPr>
              <a:defRPr sz="1425" b="0">
                <a:solidFill>
                  <a:srgbClr val="4C5A64"/>
                </a:solidFill>
                <a:latin typeface="Noto Sans KR"/>
                <a:ea typeface="Noto Sans KR"/>
                <a:cs typeface="Noto Sans KR"/>
              </a:defRPr>
            </a:lvl2pPr>
            <a:lvl3pPr>
              <a:defRPr sz="1425" b="0">
                <a:solidFill>
                  <a:srgbClr val="4C5A64"/>
                </a:solidFill>
                <a:latin typeface="Noto Sans KR"/>
                <a:ea typeface="Noto Sans KR"/>
                <a:cs typeface="Noto Sans KR"/>
              </a:defRPr>
            </a:lvl3pPr>
            <a:lvl4pPr>
              <a:defRPr sz="1425" b="0">
                <a:solidFill>
                  <a:srgbClr val="4C5A64"/>
                </a:solidFill>
                <a:latin typeface="Noto Sans KR"/>
                <a:ea typeface="Noto Sans KR"/>
                <a:cs typeface="Noto Sans KR"/>
              </a:defRPr>
            </a:lvl4pPr>
            <a:lvl5pPr>
              <a:defRPr sz="1425" b="0">
                <a:solidFill>
                  <a:srgbClr val="4C5A64"/>
                </a:solidFill>
                <a:latin typeface="Noto Sans KR"/>
                <a:ea typeface="Noto Sans KR"/>
                <a:cs typeface="Noto Sans KR"/>
              </a:defRPr>
            </a:lvl5pPr>
            <a:lvl6pPr>
              <a:defRPr sz="1425" b="0">
                <a:solidFill>
                  <a:srgbClr val="4C5A64"/>
                </a:solidFill>
                <a:latin typeface="Noto Sans KR"/>
                <a:ea typeface="Noto Sans KR"/>
                <a:cs typeface="Noto Sans KR"/>
              </a:defRPr>
            </a:lvl6pPr>
            <a:lvl7pPr>
              <a:defRPr sz="1425" b="0">
                <a:solidFill>
                  <a:srgbClr val="4C5A64"/>
                </a:solidFill>
                <a:latin typeface="Noto Sans KR"/>
                <a:ea typeface="Noto Sans KR"/>
                <a:cs typeface="Noto Sans KR"/>
              </a:defRPr>
            </a:lvl7pPr>
            <a:lvl8pPr>
              <a:defRPr sz="1425" b="0">
                <a:solidFill>
                  <a:srgbClr val="4C5A64"/>
                </a:solidFill>
                <a:latin typeface="Noto Sans KR"/>
                <a:ea typeface="Noto Sans KR"/>
                <a:cs typeface="Noto Sans KR"/>
              </a:defRPr>
            </a:lvl8pPr>
            <a:lvl9pPr>
              <a:defRPr sz="1425" b="0">
                <a:solidFill>
                  <a:srgbClr val="4C5A64"/>
                </a:solidFill>
                <a:latin typeface="Noto Sans KR"/>
                <a:ea typeface="Noto Sans KR"/>
                <a:cs typeface="Noto Sans KR"/>
              </a:defRPr>
            </a:lvl9pPr>
          </a:lstStyle>
          <a:p xmlns:a="http://schemas.openxmlformats.org/drawingml/2006/main">
            <a:pPr>
              <a:defRPr sz="1425" b="0">
                <a:solidFill>
                  <a:srgbClr val="4C5A64"/>
                </a:solidFill>
                <a:latin typeface="Noto Sans KR"/>
                <a:ea typeface="Noto Sans KR"/>
                <a:cs typeface="Noto Sans KR"/>
              </a:defRPr>
            </a:pPr>
            <a:r>
              <a:rPr sz="1425" b="0">
                <a:solidFill>
                  <a:srgbClr val="4C5A64"/>
                </a:solidFill>
                <a:latin typeface="Noto Sans KR"/>
                <a:ea typeface="Noto Sans KR"/>
                <a:cs typeface="Noto Sans KR"/>
              </a:rPr>
              <a:t>작음 1%</a:t>
            </a:r>
          </a:p>
        </p:txBody>
      </p:sp>
      <p:sp>
        <p:nvSpPr>
          <p:cNvPr id="21" name="">
            <a:extLst xmlns:a="http://schemas.openxmlformats.org/drawingml/2006/main">
              <a:ext uri="{FF2B5EF4-FFF2-40B4-BE49-F238E27FC236}">
                <a16:creationId xmlns:a16="http://schemas.microsoft.com/office/drawing/2014/main" id="{85518E60-05CE-420D-BD8C-C18F2D943773}"/>
              </a:ext>
            </a:extLst>
          </p:cNvPr>
          <p:cNvSpPr>
            <a:spLocks xmlns:a="http://schemas.openxmlformats.org/drawingml/2006/main" noGrp="1"/>
          </p:cNvSpPr>
          <p:nvPr/>
        </p:nvSpPr>
        <p:spPr>
          <a:xfrm xmlns:a="http://schemas.openxmlformats.org/drawingml/2006/main">
            <a:off x="609600" y="6115050"/>
            <a:ext cx="10972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25" b="0">
                <a:solidFill>
                  <a:srgbClr val="4C5A64"/>
                </a:solidFill>
                <a:latin typeface="Noto Sans KR"/>
                <a:ea typeface="Noto Sans KR"/>
                <a:cs typeface="Noto Sans KR"/>
              </a:defRPr>
            </a:defPPr>
            <a:lvl1pPr>
              <a:defRPr sz="1725" b="0">
                <a:solidFill>
                  <a:srgbClr val="4C5A64"/>
                </a:solidFill>
                <a:latin typeface="Noto Sans KR"/>
                <a:ea typeface="Noto Sans KR"/>
                <a:cs typeface="Noto Sans KR"/>
              </a:defRPr>
            </a:lvl1pPr>
            <a:lvl2pPr>
              <a:defRPr sz="1725" b="0">
                <a:solidFill>
                  <a:srgbClr val="4C5A64"/>
                </a:solidFill>
                <a:latin typeface="Noto Sans KR"/>
                <a:ea typeface="Noto Sans KR"/>
                <a:cs typeface="Noto Sans KR"/>
              </a:defRPr>
            </a:lvl2pPr>
            <a:lvl3pPr>
              <a:defRPr sz="1725" b="0">
                <a:solidFill>
                  <a:srgbClr val="4C5A64"/>
                </a:solidFill>
                <a:latin typeface="Noto Sans KR"/>
                <a:ea typeface="Noto Sans KR"/>
                <a:cs typeface="Noto Sans KR"/>
              </a:defRPr>
            </a:lvl3pPr>
            <a:lvl4pPr>
              <a:defRPr sz="1725" b="0">
                <a:solidFill>
                  <a:srgbClr val="4C5A64"/>
                </a:solidFill>
                <a:latin typeface="Noto Sans KR"/>
                <a:ea typeface="Noto Sans KR"/>
                <a:cs typeface="Noto Sans KR"/>
              </a:defRPr>
            </a:lvl4pPr>
            <a:lvl5pPr>
              <a:defRPr sz="1725" b="0">
                <a:solidFill>
                  <a:srgbClr val="4C5A64"/>
                </a:solidFill>
                <a:latin typeface="Noto Sans KR"/>
                <a:ea typeface="Noto Sans KR"/>
                <a:cs typeface="Noto Sans KR"/>
              </a:defRPr>
            </a:lvl5pPr>
            <a:lvl6pPr>
              <a:defRPr sz="1725" b="0">
                <a:solidFill>
                  <a:srgbClr val="4C5A64"/>
                </a:solidFill>
                <a:latin typeface="Noto Sans KR"/>
                <a:ea typeface="Noto Sans KR"/>
                <a:cs typeface="Noto Sans KR"/>
              </a:defRPr>
            </a:lvl6pPr>
            <a:lvl7pPr>
              <a:defRPr sz="1725" b="0">
                <a:solidFill>
                  <a:srgbClr val="4C5A64"/>
                </a:solidFill>
                <a:latin typeface="Noto Sans KR"/>
                <a:ea typeface="Noto Sans KR"/>
                <a:cs typeface="Noto Sans KR"/>
              </a:defRPr>
            </a:lvl7pPr>
            <a:lvl8pPr>
              <a:defRPr sz="1725" b="0">
                <a:solidFill>
                  <a:srgbClr val="4C5A64"/>
                </a:solidFill>
                <a:latin typeface="Noto Sans KR"/>
                <a:ea typeface="Noto Sans KR"/>
                <a:cs typeface="Noto Sans KR"/>
              </a:defRPr>
            </a:lvl8pPr>
            <a:lvl9pPr>
              <a:defRPr sz="1725" b="0">
                <a:solidFill>
                  <a:srgbClr val="4C5A64"/>
                </a:solidFill>
                <a:latin typeface="Noto Sans KR"/>
                <a:ea typeface="Noto Sans KR"/>
                <a:cs typeface="Noto Sans KR"/>
              </a:defRPr>
            </a:lvl9pPr>
          </a:lstStyle>
          <a:p xmlns:a="http://schemas.openxmlformats.org/drawingml/2006/main">
            <a:pPr>
              <a:defRPr sz="1725" b="0">
                <a:solidFill>
                  <a:srgbClr val="4C5A64"/>
                </a:solidFill>
                <a:latin typeface="Noto Sans KR"/>
                <a:ea typeface="Noto Sans KR"/>
                <a:cs typeface="Noto Sans KR"/>
              </a:defRPr>
            </a:pPr>
            <a:r>
              <a:rPr sz="1725" b="0">
                <a:solidFill>
                  <a:srgbClr val="4C5A64"/>
                </a:solidFill>
                <a:latin typeface="Noto Sans KR"/>
                <a:ea typeface="Noto Sans KR"/>
                <a:cs typeface="Noto Sans KR"/>
              </a:rPr>
              <a:t>제외 기준: 평균 밝기 &lt; 50 또는 가장 큰 빨간 연결 영역 &lt; 5%</a:t>
            </a:r>
          </a:p>
        </p:txBody>
      </p:sp>
    </p:spTree>
    <p:extLst>
      <p:ext uri="{BB962C8B-B14F-4D97-AF65-F5344CB8AC3E}">
        <p14:creationId xmlns:p14="http://schemas.microsoft.com/office/powerpoint/2010/main" val="195880310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CE14CCA-681E-4B92-BBC6-6C2DF45955F9}"/>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32B3A"/>
                </a:solidFill>
                <a:latin typeface="Noto Sans KR"/>
                <a:ea typeface="Noto Sans KR"/>
                <a:cs typeface="Noto Sans KR"/>
              </a:defRPr>
            </a:defPPr>
            <a:lvl1pPr>
              <a:defRPr sz="3300" b="1">
                <a:solidFill>
                  <a:srgbClr val="132B3A"/>
                </a:solidFill>
                <a:latin typeface="Noto Sans KR"/>
                <a:ea typeface="Noto Sans KR"/>
                <a:cs typeface="Noto Sans KR"/>
              </a:defRPr>
            </a:lvl1pPr>
            <a:lvl2pPr>
              <a:defRPr sz="3300" b="1">
                <a:solidFill>
                  <a:srgbClr val="132B3A"/>
                </a:solidFill>
                <a:latin typeface="Noto Sans KR"/>
                <a:ea typeface="Noto Sans KR"/>
                <a:cs typeface="Noto Sans KR"/>
              </a:defRPr>
            </a:lvl2pPr>
            <a:lvl3pPr>
              <a:defRPr sz="3300" b="1">
                <a:solidFill>
                  <a:srgbClr val="132B3A"/>
                </a:solidFill>
                <a:latin typeface="Noto Sans KR"/>
                <a:ea typeface="Noto Sans KR"/>
                <a:cs typeface="Noto Sans KR"/>
              </a:defRPr>
            </a:lvl3pPr>
            <a:lvl4pPr>
              <a:defRPr sz="3300" b="1">
                <a:solidFill>
                  <a:srgbClr val="132B3A"/>
                </a:solidFill>
                <a:latin typeface="Noto Sans KR"/>
                <a:ea typeface="Noto Sans KR"/>
                <a:cs typeface="Noto Sans KR"/>
              </a:defRPr>
            </a:lvl4pPr>
            <a:lvl5pPr>
              <a:defRPr sz="3300" b="1">
                <a:solidFill>
                  <a:srgbClr val="132B3A"/>
                </a:solidFill>
                <a:latin typeface="Noto Sans KR"/>
                <a:ea typeface="Noto Sans KR"/>
                <a:cs typeface="Noto Sans KR"/>
              </a:defRPr>
            </a:lvl5pPr>
            <a:lvl6pPr>
              <a:defRPr sz="3300" b="1">
                <a:solidFill>
                  <a:srgbClr val="132B3A"/>
                </a:solidFill>
                <a:latin typeface="Noto Sans KR"/>
                <a:ea typeface="Noto Sans KR"/>
                <a:cs typeface="Noto Sans KR"/>
              </a:defRPr>
            </a:lvl6pPr>
            <a:lvl7pPr>
              <a:defRPr sz="3300" b="1">
                <a:solidFill>
                  <a:srgbClr val="132B3A"/>
                </a:solidFill>
                <a:latin typeface="Noto Sans KR"/>
                <a:ea typeface="Noto Sans KR"/>
                <a:cs typeface="Noto Sans KR"/>
              </a:defRPr>
            </a:lvl7pPr>
            <a:lvl8pPr>
              <a:defRPr sz="3300" b="1">
                <a:solidFill>
                  <a:srgbClr val="132B3A"/>
                </a:solidFill>
                <a:latin typeface="Noto Sans KR"/>
                <a:ea typeface="Noto Sans KR"/>
                <a:cs typeface="Noto Sans KR"/>
              </a:defRPr>
            </a:lvl8pPr>
            <a:lvl9pPr>
              <a:defRPr sz="3300" b="1">
                <a:solidFill>
                  <a:srgbClr val="132B3A"/>
                </a:solidFill>
                <a:latin typeface="Noto Sans KR"/>
                <a:ea typeface="Noto Sans KR"/>
                <a:cs typeface="Noto Sans KR"/>
              </a:defRPr>
            </a:lvl9pPr>
          </a:lstStyle>
          <a:p xmlns:a="http://schemas.openxmlformats.org/drawingml/2006/main">
            <a:pPr>
              <a:defRPr sz="3300" b="1">
                <a:solidFill>
                  <a:srgbClr val="132B3A"/>
                </a:solidFill>
                <a:latin typeface="Noto Sans KR"/>
                <a:ea typeface="Noto Sans KR"/>
                <a:cs typeface="Noto Sans KR"/>
              </a:defRPr>
            </a:pPr>
            <a:r>
              <a:rPr sz="3300" b="1">
                <a:solidFill>
                  <a:srgbClr val="132B3A"/>
                </a:solidFill>
                <a:latin typeface="Noto Sans KR"/>
                <a:ea typeface="Noto Sans KR"/>
                <a:cs typeface="Noto Sans KR"/>
              </a:rPr>
              <a:t>최종 평가와 적용 한계</a:t>
            </a:r>
          </a:p>
        </p:txBody>
      </p:sp>
      <p:sp>
        <p:nvSpPr>
          <p:cNvPr id="2" name="">
            <a:extLst xmlns:a="http://schemas.openxmlformats.org/drawingml/2006/main">
              <a:ext uri="{FF2B5EF4-FFF2-40B4-BE49-F238E27FC236}">
                <a16:creationId xmlns:a16="http://schemas.microsoft.com/office/drawing/2014/main" id="{C292EA5B-3169-495A-BBFE-5DE474C607CF}"/>
              </a:ext>
            </a:extLst>
          </p:cNvPr>
          <p:cNvSpPr>
            <a:spLocks xmlns:a="http://schemas.openxmlformats.org/drawingml/2006/main" noGrp="1"/>
          </p:cNvSpPr>
          <p:nvPr/>
        </p:nvSpPr>
        <p:spPr>
          <a:xfrm xmlns:a="http://schemas.openxmlformats.org/drawingml/2006/main">
            <a:off x="609600" y="6477000"/>
            <a:ext cx="857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4C5A64"/>
                </a:solidFill>
                <a:latin typeface="Noto Sans KR"/>
                <a:ea typeface="Noto Sans KR"/>
                <a:cs typeface="Noto Sans KR"/>
              </a:defRPr>
            </a:defPPr>
            <a:lvl1pPr>
              <a:defRPr sz="1275" b="0">
                <a:solidFill>
                  <a:srgbClr val="4C5A64"/>
                </a:solidFill>
                <a:latin typeface="Noto Sans KR"/>
                <a:ea typeface="Noto Sans KR"/>
                <a:cs typeface="Noto Sans KR"/>
              </a:defRPr>
            </a:lvl1pPr>
            <a:lvl2pPr>
              <a:defRPr sz="1275" b="0">
                <a:solidFill>
                  <a:srgbClr val="4C5A64"/>
                </a:solidFill>
                <a:latin typeface="Noto Sans KR"/>
                <a:ea typeface="Noto Sans KR"/>
                <a:cs typeface="Noto Sans KR"/>
              </a:defRPr>
            </a:lvl2pPr>
            <a:lvl3pPr>
              <a:defRPr sz="1275" b="0">
                <a:solidFill>
                  <a:srgbClr val="4C5A64"/>
                </a:solidFill>
                <a:latin typeface="Noto Sans KR"/>
                <a:ea typeface="Noto Sans KR"/>
                <a:cs typeface="Noto Sans KR"/>
              </a:defRPr>
            </a:lvl3pPr>
            <a:lvl4pPr>
              <a:defRPr sz="1275" b="0">
                <a:solidFill>
                  <a:srgbClr val="4C5A64"/>
                </a:solidFill>
                <a:latin typeface="Noto Sans KR"/>
                <a:ea typeface="Noto Sans KR"/>
                <a:cs typeface="Noto Sans KR"/>
              </a:defRPr>
            </a:lvl4pPr>
            <a:lvl5pPr>
              <a:defRPr sz="1275" b="0">
                <a:solidFill>
                  <a:srgbClr val="4C5A64"/>
                </a:solidFill>
                <a:latin typeface="Noto Sans KR"/>
                <a:ea typeface="Noto Sans KR"/>
                <a:cs typeface="Noto Sans KR"/>
              </a:defRPr>
            </a:lvl5pPr>
            <a:lvl6pPr>
              <a:defRPr sz="1275" b="0">
                <a:solidFill>
                  <a:srgbClr val="4C5A64"/>
                </a:solidFill>
                <a:latin typeface="Noto Sans KR"/>
                <a:ea typeface="Noto Sans KR"/>
                <a:cs typeface="Noto Sans KR"/>
              </a:defRPr>
            </a:lvl6pPr>
            <a:lvl7pPr>
              <a:defRPr sz="1275" b="0">
                <a:solidFill>
                  <a:srgbClr val="4C5A64"/>
                </a:solidFill>
                <a:latin typeface="Noto Sans KR"/>
                <a:ea typeface="Noto Sans KR"/>
                <a:cs typeface="Noto Sans KR"/>
              </a:defRPr>
            </a:lvl7pPr>
            <a:lvl8pPr>
              <a:defRPr sz="1275" b="0">
                <a:solidFill>
                  <a:srgbClr val="4C5A64"/>
                </a:solidFill>
                <a:latin typeface="Noto Sans KR"/>
                <a:ea typeface="Noto Sans KR"/>
                <a:cs typeface="Noto Sans KR"/>
              </a:defRPr>
            </a:lvl8pPr>
            <a:lvl9pPr>
              <a:defRPr sz="1275" b="0">
                <a:solidFill>
                  <a:srgbClr val="4C5A64"/>
                </a:solidFill>
                <a:latin typeface="Noto Sans KR"/>
                <a:ea typeface="Noto Sans KR"/>
                <a:cs typeface="Noto Sans KR"/>
              </a:defRPr>
            </a:lvl9pPr>
          </a:lstStyle>
          <a:p xmlns:a="http://schemas.openxmlformats.org/drawingml/2006/main">
            <a:pPr>
              <a:defRPr sz="1275" b="0">
                <a:solidFill>
                  <a:srgbClr val="4C5A64"/>
                </a:solidFill>
                <a:latin typeface="Noto Sans KR"/>
                <a:ea typeface="Noto Sans KR"/>
                <a:cs typeface="Noto Sans KR"/>
              </a:defRPr>
            </a:pPr>
            <a:r>
              <a:rPr sz="1275" b="0">
                <a:solidFill>
                  <a:srgbClr val="4C5A64"/>
                </a:solidFill>
                <a:latin typeface="Noto Sans KR"/>
                <a:ea typeface="Noto Sans KR"/>
                <a:cs typeface="Noto Sans KR"/>
              </a:rPr>
              <a:t>COMENTO WEEK 1  ·  2026.10.23</a:t>
            </a:r>
          </a:p>
        </p:txBody>
      </p:sp>
      <p:sp>
        <p:nvSpPr>
          <p:cNvPr id="3" name="">
            <a:extLst xmlns:a="http://schemas.openxmlformats.org/drawingml/2006/main">
              <a:ext uri="{FF2B5EF4-FFF2-40B4-BE49-F238E27FC236}">
                <a16:creationId xmlns:a16="http://schemas.microsoft.com/office/drawing/2014/main" id="{FAFF5973-8241-4133-BF0E-F2E17234467B}"/>
              </a:ext>
            </a:extLst>
          </p:cNvPr>
          <p:cNvSpPr>
            <a:spLocks xmlns:a="http://schemas.openxmlformats.org/drawingml/2006/main" noGrp="1"/>
          </p:cNvSpPr>
          <p:nvPr/>
        </p:nvSpPr>
        <p:spPr>
          <a:xfrm xmlns:a="http://schemas.openxmlformats.org/drawingml/2006/main">
            <a:off x="10763250" y="647700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75" b="0">
                <a:solidFill>
                  <a:srgbClr val="4C5A64"/>
                </a:solidFill>
                <a:latin typeface="Noto Sans KR"/>
                <a:ea typeface="Noto Sans KR"/>
                <a:cs typeface="Noto Sans KR"/>
              </a:defRPr>
            </a:defPPr>
            <a:lvl1pPr>
              <a:defRPr sz="1275" b="0">
                <a:solidFill>
                  <a:srgbClr val="4C5A64"/>
                </a:solidFill>
                <a:latin typeface="Noto Sans KR"/>
                <a:ea typeface="Noto Sans KR"/>
                <a:cs typeface="Noto Sans KR"/>
              </a:defRPr>
            </a:lvl1pPr>
            <a:lvl2pPr>
              <a:defRPr sz="1275" b="0">
                <a:solidFill>
                  <a:srgbClr val="4C5A64"/>
                </a:solidFill>
                <a:latin typeface="Noto Sans KR"/>
                <a:ea typeface="Noto Sans KR"/>
                <a:cs typeface="Noto Sans KR"/>
              </a:defRPr>
            </a:lvl2pPr>
            <a:lvl3pPr>
              <a:defRPr sz="1275" b="0">
                <a:solidFill>
                  <a:srgbClr val="4C5A64"/>
                </a:solidFill>
                <a:latin typeface="Noto Sans KR"/>
                <a:ea typeface="Noto Sans KR"/>
                <a:cs typeface="Noto Sans KR"/>
              </a:defRPr>
            </a:lvl3pPr>
            <a:lvl4pPr>
              <a:defRPr sz="1275" b="0">
                <a:solidFill>
                  <a:srgbClr val="4C5A64"/>
                </a:solidFill>
                <a:latin typeface="Noto Sans KR"/>
                <a:ea typeface="Noto Sans KR"/>
                <a:cs typeface="Noto Sans KR"/>
              </a:defRPr>
            </a:lvl4pPr>
            <a:lvl5pPr>
              <a:defRPr sz="1275" b="0">
                <a:solidFill>
                  <a:srgbClr val="4C5A64"/>
                </a:solidFill>
                <a:latin typeface="Noto Sans KR"/>
                <a:ea typeface="Noto Sans KR"/>
                <a:cs typeface="Noto Sans KR"/>
              </a:defRPr>
            </a:lvl5pPr>
            <a:lvl6pPr>
              <a:defRPr sz="1275" b="0">
                <a:solidFill>
                  <a:srgbClr val="4C5A64"/>
                </a:solidFill>
                <a:latin typeface="Noto Sans KR"/>
                <a:ea typeface="Noto Sans KR"/>
                <a:cs typeface="Noto Sans KR"/>
              </a:defRPr>
            </a:lvl6pPr>
            <a:lvl7pPr>
              <a:defRPr sz="1275" b="0">
                <a:solidFill>
                  <a:srgbClr val="4C5A64"/>
                </a:solidFill>
                <a:latin typeface="Noto Sans KR"/>
                <a:ea typeface="Noto Sans KR"/>
                <a:cs typeface="Noto Sans KR"/>
              </a:defRPr>
            </a:lvl7pPr>
            <a:lvl8pPr>
              <a:defRPr sz="1275" b="0">
                <a:solidFill>
                  <a:srgbClr val="4C5A64"/>
                </a:solidFill>
                <a:latin typeface="Noto Sans KR"/>
                <a:ea typeface="Noto Sans KR"/>
                <a:cs typeface="Noto Sans KR"/>
              </a:defRPr>
            </a:lvl8pPr>
            <a:lvl9pPr>
              <a:defRPr sz="1275" b="0">
                <a:solidFill>
                  <a:srgbClr val="4C5A64"/>
                </a:solidFill>
                <a:latin typeface="Noto Sans KR"/>
                <a:ea typeface="Noto Sans KR"/>
                <a:cs typeface="Noto Sans KR"/>
              </a:defRPr>
            </a:lvl9pPr>
          </a:lstStyle>
          <a:p xmlns:a="http://schemas.openxmlformats.org/drawingml/2006/main">
            <a:pPr>
              <a:defRPr sz="1275" b="0">
                <a:solidFill>
                  <a:srgbClr val="4C5A64"/>
                </a:solidFill>
                <a:latin typeface="Noto Sans KR"/>
                <a:ea typeface="Noto Sans KR"/>
                <a:cs typeface="Noto Sans KR"/>
              </a:defRPr>
            </a:pPr>
            <a:r>
              <a:rPr sz="1275" b="0">
                <a:solidFill>
                  <a:srgbClr val="4C5A64"/>
                </a:solidFill>
                <a:latin typeface="Noto Sans KR"/>
                <a:ea typeface="Noto Sans KR"/>
                <a:cs typeface="Noto Sans KR"/>
              </a:rPr>
              <a:t>4 / 4</a:t>
            </a:r>
          </a:p>
        </p:txBody>
      </p:sp>
      <p:graphicFrame>
        <p:nvGraphicFramePr>
          <p:cNvPr id="4" name="">
            <a:extLst xmlns:a="http://schemas.openxmlformats.org/drawingml/2006/main">
              <a:ext uri="{FF2B5EF4-FFF2-40B4-BE49-F238E27FC236}">
                <a16:creationId xmlns:a16="http://schemas.microsoft.com/office/drawing/2014/main" id="{1F760737-3CC6-4D26-89EB-9F51CA34F39D}"/>
              </a:ext>
            </a:extLst>
          </p:cNvPr>
          <p:cNvGraphicFramePr/>
          <p:nvPr/>
        </p:nvGraphicFramePr>
        <p:xfrm>
          <a:off xmlns:a="http://schemas.openxmlformats.org/drawingml/2006/main" x="609600" y="1381125"/>
          <a:ext xmlns:a="http://schemas.openxmlformats.org/drawingml/2006/main" cx="10972800" cy="1895475"/>
        </p:xfrm>
        <a:graphic xmlns:a="http://schemas.openxmlformats.org/drawingml/2006/main">
          <a:graphicData uri="http://schemas.openxmlformats.org/drawingml/2006/table">
            <a:tbl>
              <a:tblPr/>
              <a:tblGrid>
                <a:gridCol w="3381375"/>
                <a:gridCol w="1238250"/>
                <a:gridCol w="6353175"/>
              </a:tblGrid>
              <a:tr h="473869">
                <a:tc>
                  <a:txBody>
                    <a:bodyPr lIns="114300" tIns="95250" rIns="95250" bIns="76200">
                      <a:noAutofit/>
                    </a:bodyPr>
                    <a:lstStyle/>
                    <a:p>
                      <a:r>
                        <a:rPr sz="1650" b="1">
                          <a:solidFill>
                            <a:srgbClr val="FFFFFF"/>
                          </a:solidFill>
                          <a:latin typeface="Noto Sans KR"/>
                          <a:ea typeface="Noto Sans KR"/>
                          <a:cs typeface="Noto Sans KR"/>
                        </a:rPr>
                        <a:t>항목</a:t>
                      </a:r>
                    </a:p>
                  </a:txBody>
                  <a:tcPr marL="91440" marR="91440" marT="45720" marB="45720" anchor="ctr">
                    <a:lnL w="9525">
                      <a:solidFill>
                        <a:srgbClr val="D9E2E6"/>
                      </a:solidFill>
                      <a:prstDash val="solid"/>
                    </a:lnL>
                    <a:lnR w="9525">
                      <a:solidFill>
                        <a:srgbClr val="D9E2E6"/>
                      </a:solidFill>
                      <a:prstDash val="solid"/>
                    </a:lnR>
                    <a:lnT w="9525">
                      <a:solidFill>
                        <a:srgbClr val="D9E2E6"/>
                      </a:solidFill>
                      <a:prstDash val="solid"/>
                    </a:lnT>
                    <a:lnB w="9525">
                      <a:solidFill>
                        <a:srgbClr val="D9E2E6"/>
                      </a:solidFill>
                      <a:prstDash val="solid"/>
                    </a:lnB>
                    <a:solidFill>
                      <a:srgbClr val="132B3A"/>
                    </a:solidFill>
                  </a:tcPr>
                </a:tc>
                <a:tc>
                  <a:txBody>
                    <a:bodyPr lIns="114300" tIns="95250" rIns="95250" bIns="76200">
                      <a:noAutofit/>
                    </a:bodyPr>
                    <a:lstStyle/>
                    <a:p>
                      <a:r>
                        <a:rPr sz="1650" b="1">
                          <a:solidFill>
                            <a:srgbClr val="FFFFFF"/>
                          </a:solidFill>
                          <a:latin typeface="Noto Sans KR"/>
                          <a:ea typeface="Noto Sans KR"/>
                          <a:cs typeface="Noto Sans KR"/>
                        </a:rPr>
                        <a:t>상태</a:t>
                      </a:r>
                    </a:p>
                  </a:txBody>
                  <a:tcPr marL="91440" marR="91440" marT="45720" marB="45720" anchor="ctr">
                    <a:lnR w="9525">
                      <a:solidFill>
                        <a:srgbClr val="D9E2E6"/>
                      </a:solidFill>
                      <a:prstDash val="solid"/>
                    </a:lnR>
                    <a:lnT w="9525">
                      <a:solidFill>
                        <a:srgbClr val="D9E2E6"/>
                      </a:solidFill>
                      <a:prstDash val="solid"/>
                    </a:lnT>
                    <a:lnB w="9525">
                      <a:solidFill>
                        <a:srgbClr val="D9E2E6"/>
                      </a:solidFill>
                      <a:prstDash val="solid"/>
                    </a:lnB>
                    <a:solidFill>
                      <a:srgbClr val="132B3A"/>
                    </a:solidFill>
                  </a:tcPr>
                </a:tc>
                <a:tc>
                  <a:txBody>
                    <a:bodyPr lIns="114300" tIns="95250" rIns="95250" bIns="76200">
                      <a:noAutofit/>
                    </a:bodyPr>
                    <a:lstStyle/>
                    <a:p>
                      <a:r>
                        <a:rPr sz="1650" b="1">
                          <a:solidFill>
                            <a:srgbClr val="FFFFFF"/>
                          </a:solidFill>
                          <a:latin typeface="Noto Sans KR"/>
                          <a:ea typeface="Noto Sans KR"/>
                          <a:cs typeface="Noto Sans KR"/>
                        </a:rPr>
                        <a:t>확인 근거</a:t>
                      </a:r>
                    </a:p>
                  </a:txBody>
                  <a:tcPr marL="91440" marR="91440" marT="45720" marB="45720" anchor="ctr">
                    <a:lnR w="9525">
                      <a:solidFill>
                        <a:srgbClr val="D9E2E6"/>
                      </a:solidFill>
                      <a:prstDash val="solid"/>
                    </a:lnR>
                    <a:lnT w="9525">
                      <a:solidFill>
                        <a:srgbClr val="D9E2E6"/>
                      </a:solidFill>
                      <a:prstDash val="solid"/>
                    </a:lnT>
                    <a:lnB w="9525">
                      <a:solidFill>
                        <a:srgbClr val="D9E2E6"/>
                      </a:solidFill>
                      <a:prstDash val="solid"/>
                    </a:lnB>
                    <a:solidFill>
                      <a:srgbClr val="132B3A"/>
                    </a:solidFill>
                  </a:tcPr>
                </a:tc>
              </a:tr>
              <a:tr h="473869">
                <a:tc>
                  <a:txBody>
                    <a:bodyPr lIns="114300" tIns="95250" rIns="95250" bIns="76200">
                      <a:noAutofit/>
                    </a:bodyPr>
                    <a:lstStyle/>
                    <a:p>
                      <a:r>
                        <a:rPr sz="1650" b="0">
                          <a:solidFill>
                            <a:srgbClr val="132B3A"/>
                          </a:solidFill>
                          <a:latin typeface="Noto Sans KR"/>
                          <a:ea typeface="Noto Sans KR"/>
                          <a:cs typeface="Noto Sans KR"/>
                        </a:rPr>
                        <a:t>픽셀·전처리·심화 필터</a:t>
                      </a:r>
                    </a:p>
                  </a:txBody>
                  <a:tcPr marL="91440" marR="91440" marT="45720" marB="45720" anchor="ctr">
                    <a:lnL w="9525">
                      <a:solidFill>
                        <a:srgbClr val="D9E2E6"/>
                      </a:solidFill>
                      <a:prstDash val="solid"/>
                    </a:lnL>
                    <a:lnR w="9525">
                      <a:solidFill>
                        <a:srgbClr val="D9E2E6"/>
                      </a:solidFill>
                      <a:prstDash val="solid"/>
                    </a:lnR>
                    <a:lnB w="9525">
                      <a:solidFill>
                        <a:srgbClr val="D9E2E6"/>
                      </a:solidFill>
                      <a:prstDash val="solid"/>
                    </a:lnB>
                    <a:solidFill>
                      <a:srgbClr val="FFFFFF"/>
                    </a:solidFill>
                  </a:tcPr>
                </a:tc>
                <a:tc>
                  <a:txBody>
                    <a:bodyPr lIns="114300" tIns="95250" rIns="95250" bIns="76200">
                      <a:noAutofit/>
                    </a:bodyPr>
                    <a:lstStyle/>
                    <a:p>
                      <a:r>
                        <a:rPr sz="1650" b="0">
                          <a:solidFill>
                            <a:srgbClr val="132B3A"/>
                          </a:solidFill>
                          <a:latin typeface="Noto Sans KR"/>
                          <a:ea typeface="Noto Sans KR"/>
                          <a:cs typeface="Noto Sans KR"/>
                        </a:rPr>
                        <a:t>완료</a:t>
                      </a:r>
                    </a:p>
                  </a:txBody>
                  <a:tcPr marL="91440" marR="91440" marT="45720" marB="45720" anchor="ctr">
                    <a:lnR w="9525">
                      <a:solidFill>
                        <a:srgbClr val="D9E2E6"/>
                      </a:solidFill>
                      <a:prstDash val="solid"/>
                    </a:lnR>
                    <a:lnB w="9525">
                      <a:solidFill>
                        <a:srgbClr val="D9E2E6"/>
                      </a:solidFill>
                      <a:prstDash val="solid"/>
                    </a:lnB>
                    <a:solidFill>
                      <a:srgbClr val="FFFFFF"/>
                    </a:solidFill>
                  </a:tcPr>
                </a:tc>
                <a:tc>
                  <a:txBody>
                    <a:bodyPr lIns="114300" tIns="95250" rIns="95250" bIns="76200">
                      <a:noAutofit/>
                    </a:bodyPr>
                    <a:lstStyle/>
                    <a:p>
                      <a:r>
                        <a:rPr sz="1650" b="0">
                          <a:solidFill>
                            <a:srgbClr val="132B3A"/>
                          </a:solidFill>
                          <a:latin typeface="Noto Sans KR"/>
                          <a:ea typeface="Noto Sans KR"/>
                          <a:cs typeface="Noto Sans KR"/>
                        </a:rPr>
                        <a:t>29개 자동검증 · 출력 44개 재현 일치</a:t>
                      </a:r>
                    </a:p>
                  </a:txBody>
                  <a:tcPr marL="91440" marR="91440" marT="45720" marB="45720" anchor="ctr">
                    <a:lnR w="9525">
                      <a:solidFill>
                        <a:srgbClr val="D9E2E6"/>
                      </a:solidFill>
                      <a:prstDash val="solid"/>
                    </a:lnR>
                    <a:lnB w="9525">
                      <a:solidFill>
                        <a:srgbClr val="D9E2E6"/>
                      </a:solidFill>
                      <a:prstDash val="solid"/>
                    </a:lnB>
                    <a:solidFill>
                      <a:srgbClr val="FFFFFF"/>
                    </a:solidFill>
                  </a:tcPr>
                </a:tc>
              </a:tr>
              <a:tr h="473869">
                <a:tc>
                  <a:txBody>
                    <a:bodyPr lIns="114300" tIns="95250" rIns="95250" bIns="76200">
                      <a:noAutofit/>
                    </a:bodyPr>
                    <a:lstStyle/>
                    <a:p>
                      <a:r>
                        <a:rPr sz="1650" b="0">
                          <a:solidFill>
                            <a:srgbClr val="132B3A"/>
                          </a:solidFill>
                          <a:latin typeface="Noto Sans KR"/>
                          <a:ea typeface="Noto Sans KR"/>
                          <a:cs typeface="Noto Sans KR"/>
                        </a:rPr>
                        <a:t>샘플 5장·문서·PPT</a:t>
                      </a:r>
                    </a:p>
                  </a:txBody>
                  <a:tcPr marL="91440" marR="91440" marT="45720" marB="45720" anchor="ctr">
                    <a:lnL w="9525">
                      <a:solidFill>
                        <a:srgbClr val="D9E2E6"/>
                      </a:solidFill>
                      <a:prstDash val="solid"/>
                    </a:lnL>
                    <a:lnR w="9525">
                      <a:solidFill>
                        <a:srgbClr val="D9E2E6"/>
                      </a:solidFill>
                      <a:prstDash val="solid"/>
                    </a:lnR>
                    <a:lnB w="9525">
                      <a:solidFill>
                        <a:srgbClr val="D9E2E6"/>
                      </a:solidFill>
                      <a:prstDash val="solid"/>
                    </a:lnB>
                    <a:solidFill>
                      <a:srgbClr val="FFFFFF"/>
                    </a:solidFill>
                  </a:tcPr>
                </a:tc>
                <a:tc>
                  <a:txBody>
                    <a:bodyPr lIns="114300" tIns="95250" rIns="95250" bIns="76200">
                      <a:noAutofit/>
                    </a:bodyPr>
                    <a:lstStyle/>
                    <a:p>
                      <a:r>
                        <a:rPr sz="1650" b="0">
                          <a:solidFill>
                            <a:srgbClr val="132B3A"/>
                          </a:solidFill>
                          <a:latin typeface="Noto Sans KR"/>
                          <a:ea typeface="Noto Sans KR"/>
                          <a:cs typeface="Noto Sans KR"/>
                        </a:rPr>
                        <a:t>완료</a:t>
                      </a:r>
                    </a:p>
                  </a:txBody>
                  <a:tcPr marL="91440" marR="91440" marT="45720" marB="45720" anchor="ctr">
                    <a:lnR w="9525">
                      <a:solidFill>
                        <a:srgbClr val="D9E2E6"/>
                      </a:solidFill>
                      <a:prstDash val="solid"/>
                    </a:lnR>
                    <a:lnB w="9525">
                      <a:solidFill>
                        <a:srgbClr val="D9E2E6"/>
                      </a:solidFill>
                      <a:prstDash val="solid"/>
                    </a:lnB>
                    <a:solidFill>
                      <a:srgbClr val="FFFFFF"/>
                    </a:solidFill>
                  </a:tcPr>
                </a:tc>
                <a:tc>
                  <a:txBody>
                    <a:bodyPr lIns="114300" tIns="95250" rIns="95250" bIns="76200">
                      <a:noAutofit/>
                    </a:bodyPr>
                    <a:lstStyle/>
                    <a:p>
                      <a:r>
                        <a:rPr sz="1650" b="0">
                          <a:solidFill>
                            <a:srgbClr val="132B3A"/>
                          </a:solidFill>
                          <a:latin typeface="Noto Sans KR"/>
                          <a:ea typeface="Noto Sans KR"/>
                          <a:cs typeface="Noto Sans KR"/>
                        </a:rPr>
                        <a:t>요구사항 추적표 · 4페이지 발표 자료</a:t>
                      </a:r>
                    </a:p>
                  </a:txBody>
                  <a:tcPr marL="91440" marR="91440" marT="45720" marB="45720" anchor="ctr">
                    <a:lnR w="9525">
                      <a:solidFill>
                        <a:srgbClr val="D9E2E6"/>
                      </a:solidFill>
                      <a:prstDash val="solid"/>
                    </a:lnR>
                    <a:lnB w="9525">
                      <a:solidFill>
                        <a:srgbClr val="D9E2E6"/>
                      </a:solidFill>
                      <a:prstDash val="solid"/>
                    </a:lnB>
                    <a:solidFill>
                      <a:srgbClr val="FFFFFF"/>
                    </a:solidFill>
                  </a:tcPr>
                </a:tc>
              </a:tr>
              <a:tr h="473869">
                <a:tc>
                  <a:txBody>
                    <a:bodyPr lIns="114300" tIns="95250" rIns="95250" bIns="76200">
                      <a:noAutofit/>
                    </a:bodyPr>
                    <a:lstStyle/>
                    <a:p>
                      <a:r>
                        <a:rPr sz="1650" b="0">
                          <a:solidFill>
                            <a:srgbClr val="132B3A"/>
                          </a:solidFill>
                          <a:latin typeface="Noto Sans KR"/>
                          <a:ea typeface="Noto Sans KR"/>
                          <a:cs typeface="Noto Sans KR"/>
                        </a:rPr>
                        <a:t>Push·PR·외부 리뷰·Merge</a:t>
                      </a:r>
                    </a:p>
                  </a:txBody>
                  <a:tcPr marL="91440" marR="91440" marT="45720" marB="45720" anchor="ctr">
                    <a:lnL w="9525">
                      <a:solidFill>
                        <a:srgbClr val="D9E2E6"/>
                      </a:solidFill>
                      <a:prstDash val="solid"/>
                    </a:lnL>
                    <a:lnR w="9525">
                      <a:solidFill>
                        <a:srgbClr val="D9E2E6"/>
                      </a:solidFill>
                      <a:prstDash val="solid"/>
                    </a:lnR>
                    <a:lnB w="9525">
                      <a:solidFill>
                        <a:srgbClr val="D9E2E6"/>
                      </a:solidFill>
                      <a:prstDash val="solid"/>
                    </a:lnB>
                    <a:solidFill>
                      <a:srgbClr val="FFFFFF"/>
                    </a:solidFill>
                  </a:tcPr>
                </a:tc>
                <a:tc>
                  <a:txBody>
                    <a:bodyPr lIns="114300" tIns="95250" rIns="95250" bIns="76200">
                      <a:noAutofit/>
                    </a:bodyPr>
                    <a:lstStyle/>
                    <a:p>
                      <a:r>
                        <a:rPr sz="1650" b="0">
                          <a:solidFill>
                            <a:srgbClr val="9A4C00"/>
                          </a:solidFill>
                          <a:latin typeface="Noto Sans KR"/>
                          <a:ea typeface="Noto Sans KR"/>
                          <a:cs typeface="Noto Sans KR"/>
                        </a:rPr>
                        <a:t>미완료</a:t>
                      </a:r>
                    </a:p>
                  </a:txBody>
                  <a:tcPr marL="91440" marR="91440" marT="45720" marB="45720" anchor="ctr">
                    <a:lnR w="9525">
                      <a:solidFill>
                        <a:srgbClr val="D9E2E6"/>
                      </a:solidFill>
                      <a:prstDash val="solid"/>
                    </a:lnR>
                    <a:lnB w="9525">
                      <a:solidFill>
                        <a:srgbClr val="D9E2E6"/>
                      </a:solidFill>
                      <a:prstDash val="solid"/>
                    </a:lnB>
                    <a:solidFill>
                      <a:srgbClr val="FFFFFF"/>
                    </a:solidFill>
                  </a:tcPr>
                </a:tc>
                <a:tc>
                  <a:txBody>
                    <a:bodyPr lIns="114300" tIns="95250" rIns="95250" bIns="76200">
                      <a:noAutofit/>
                    </a:bodyPr>
                    <a:lstStyle/>
                    <a:p>
                      <a:r>
                        <a:rPr sz="1650" b="0">
                          <a:solidFill>
                            <a:srgbClr val="132B3A"/>
                          </a:solidFill>
                          <a:latin typeface="Noto Sans KR"/>
                          <a:ea typeface="Noto Sans KR"/>
                          <a:cs typeface="Noto Sans KR"/>
                        </a:rPr>
                        <a:t>인증·새 저장소 접근 제약, 외부 허가 대기</a:t>
                      </a:r>
                    </a:p>
                  </a:txBody>
                  <a:tcPr marL="91440" marR="91440" marT="45720" marB="45720" anchor="ctr">
                    <a:lnR w="9525">
                      <a:solidFill>
                        <a:srgbClr val="D9E2E6"/>
                      </a:solidFill>
                      <a:prstDash val="solid"/>
                    </a:lnR>
                    <a:lnB w="9525">
                      <a:solidFill>
                        <a:srgbClr val="D9E2E6"/>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8301C05-8EEB-482D-9BAE-D5EA89860BDE}"/>
              </a:ext>
            </a:extLst>
          </p:cNvPr>
          <p:cNvSpPr>
            <a:spLocks xmlns:a="http://schemas.openxmlformats.org/drawingml/2006/main" noGrp="1"/>
          </p:cNvSpPr>
          <p:nvPr/>
        </p:nvSpPr>
        <p:spPr>
          <a:xfrm xmlns:a="http://schemas.openxmlformats.org/drawingml/2006/main">
            <a:off x="609600" y="3714750"/>
            <a:ext cx="538162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1">
                <a:solidFill>
                  <a:srgbClr val="007E83"/>
                </a:solidFill>
                <a:latin typeface="Noto Sans KR"/>
                <a:ea typeface="Noto Sans KR"/>
                <a:cs typeface="Noto Sans KR"/>
              </a:defRPr>
            </a:defPPr>
            <a:lvl1pPr>
              <a:defRPr sz="2175" b="1">
                <a:solidFill>
                  <a:srgbClr val="007E83"/>
                </a:solidFill>
                <a:latin typeface="Noto Sans KR"/>
                <a:ea typeface="Noto Sans KR"/>
                <a:cs typeface="Noto Sans KR"/>
              </a:defRPr>
            </a:lvl1pPr>
            <a:lvl2pPr>
              <a:defRPr sz="2175" b="1">
                <a:solidFill>
                  <a:srgbClr val="007E83"/>
                </a:solidFill>
                <a:latin typeface="Noto Sans KR"/>
                <a:ea typeface="Noto Sans KR"/>
                <a:cs typeface="Noto Sans KR"/>
              </a:defRPr>
            </a:lvl2pPr>
            <a:lvl3pPr>
              <a:defRPr sz="2175" b="1">
                <a:solidFill>
                  <a:srgbClr val="007E83"/>
                </a:solidFill>
                <a:latin typeface="Noto Sans KR"/>
                <a:ea typeface="Noto Sans KR"/>
                <a:cs typeface="Noto Sans KR"/>
              </a:defRPr>
            </a:lvl3pPr>
            <a:lvl4pPr>
              <a:defRPr sz="2175" b="1">
                <a:solidFill>
                  <a:srgbClr val="007E83"/>
                </a:solidFill>
                <a:latin typeface="Noto Sans KR"/>
                <a:ea typeface="Noto Sans KR"/>
                <a:cs typeface="Noto Sans KR"/>
              </a:defRPr>
            </a:lvl4pPr>
            <a:lvl5pPr>
              <a:defRPr sz="2175" b="1">
                <a:solidFill>
                  <a:srgbClr val="007E83"/>
                </a:solidFill>
                <a:latin typeface="Noto Sans KR"/>
                <a:ea typeface="Noto Sans KR"/>
                <a:cs typeface="Noto Sans KR"/>
              </a:defRPr>
            </a:lvl5pPr>
            <a:lvl6pPr>
              <a:defRPr sz="2175" b="1">
                <a:solidFill>
                  <a:srgbClr val="007E83"/>
                </a:solidFill>
                <a:latin typeface="Noto Sans KR"/>
                <a:ea typeface="Noto Sans KR"/>
                <a:cs typeface="Noto Sans KR"/>
              </a:defRPr>
            </a:lvl6pPr>
            <a:lvl7pPr>
              <a:defRPr sz="2175" b="1">
                <a:solidFill>
                  <a:srgbClr val="007E83"/>
                </a:solidFill>
                <a:latin typeface="Noto Sans KR"/>
                <a:ea typeface="Noto Sans KR"/>
                <a:cs typeface="Noto Sans KR"/>
              </a:defRPr>
            </a:lvl7pPr>
            <a:lvl8pPr>
              <a:defRPr sz="2175" b="1">
                <a:solidFill>
                  <a:srgbClr val="007E83"/>
                </a:solidFill>
                <a:latin typeface="Noto Sans KR"/>
                <a:ea typeface="Noto Sans KR"/>
                <a:cs typeface="Noto Sans KR"/>
              </a:defRPr>
            </a:lvl8pPr>
            <a:lvl9pPr>
              <a:defRPr sz="2175" b="1">
                <a:solidFill>
                  <a:srgbClr val="007E83"/>
                </a:solidFill>
                <a:latin typeface="Noto Sans KR"/>
                <a:ea typeface="Noto Sans KR"/>
                <a:cs typeface="Noto Sans KR"/>
              </a:defRPr>
            </a:lvl9pPr>
          </a:lstStyle>
          <a:p xmlns:a="http://schemas.openxmlformats.org/drawingml/2006/main">
            <a:pPr>
              <a:defRPr sz="2175" b="1">
                <a:solidFill>
                  <a:srgbClr val="007E83"/>
                </a:solidFill>
                <a:latin typeface="Noto Sans KR"/>
                <a:ea typeface="Noto Sans KR"/>
                <a:cs typeface="Noto Sans KR"/>
              </a:defRPr>
            </a:pPr>
            <a:r>
              <a:rPr sz="2175" b="1">
                <a:solidFill>
                  <a:srgbClr val="007E83"/>
                </a:solidFill>
                <a:latin typeface="Noto Sans KR"/>
                <a:ea typeface="Noto Sans KR"/>
                <a:cs typeface="Noto Sans KR"/>
              </a:rPr>
              <a:t>문제 해결과 설계 근거</a:t>
            </a:r>
          </a:p>
        </p:txBody>
      </p:sp>
      <p:sp>
        <p:nvSpPr>
          <p:cNvPr id="6" name="">
            <a:extLst xmlns:a="http://schemas.openxmlformats.org/drawingml/2006/main">
              <a:ext uri="{FF2B5EF4-FFF2-40B4-BE49-F238E27FC236}">
                <a16:creationId xmlns:a16="http://schemas.microsoft.com/office/drawing/2014/main" id="{F00E89BC-E59D-472A-946F-4815673FB2FC}"/>
              </a:ext>
            </a:extLst>
          </p:cNvPr>
          <p:cNvSpPr>
            <a:spLocks xmlns:a="http://schemas.openxmlformats.org/drawingml/2006/main" noGrp="1"/>
          </p:cNvSpPr>
          <p:nvPr/>
        </p:nvSpPr>
        <p:spPr>
          <a:xfrm xmlns:a="http://schemas.openxmlformats.org/drawingml/2006/main">
            <a:off x="609600" y="4276725"/>
            <a:ext cx="5381625"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132B3A"/>
                </a:solidFill>
                <a:latin typeface="Noto Sans KR"/>
                <a:ea typeface="Noto Sans KR"/>
                <a:cs typeface="Noto Sans KR"/>
              </a:defRPr>
            </a:defPPr>
            <a:lvl1pPr>
              <a:defRPr sz="1800" b="0">
                <a:solidFill>
                  <a:srgbClr val="132B3A"/>
                </a:solidFill>
                <a:latin typeface="Noto Sans KR"/>
                <a:ea typeface="Noto Sans KR"/>
                <a:cs typeface="Noto Sans KR"/>
              </a:defRPr>
            </a:lvl1pPr>
            <a:lvl2pPr>
              <a:defRPr sz="1800" b="0">
                <a:solidFill>
                  <a:srgbClr val="132B3A"/>
                </a:solidFill>
                <a:latin typeface="Noto Sans KR"/>
                <a:ea typeface="Noto Sans KR"/>
                <a:cs typeface="Noto Sans KR"/>
              </a:defRPr>
            </a:lvl2pPr>
            <a:lvl3pPr>
              <a:defRPr sz="1800" b="0">
                <a:solidFill>
                  <a:srgbClr val="132B3A"/>
                </a:solidFill>
                <a:latin typeface="Noto Sans KR"/>
                <a:ea typeface="Noto Sans KR"/>
                <a:cs typeface="Noto Sans KR"/>
              </a:defRPr>
            </a:lvl3pPr>
            <a:lvl4pPr>
              <a:defRPr sz="1800" b="0">
                <a:solidFill>
                  <a:srgbClr val="132B3A"/>
                </a:solidFill>
                <a:latin typeface="Noto Sans KR"/>
                <a:ea typeface="Noto Sans KR"/>
                <a:cs typeface="Noto Sans KR"/>
              </a:defRPr>
            </a:lvl4pPr>
            <a:lvl5pPr>
              <a:defRPr sz="1800" b="0">
                <a:solidFill>
                  <a:srgbClr val="132B3A"/>
                </a:solidFill>
                <a:latin typeface="Noto Sans KR"/>
                <a:ea typeface="Noto Sans KR"/>
                <a:cs typeface="Noto Sans KR"/>
              </a:defRPr>
            </a:lvl5pPr>
            <a:lvl6pPr>
              <a:defRPr sz="1800" b="0">
                <a:solidFill>
                  <a:srgbClr val="132B3A"/>
                </a:solidFill>
                <a:latin typeface="Noto Sans KR"/>
                <a:ea typeface="Noto Sans KR"/>
                <a:cs typeface="Noto Sans KR"/>
              </a:defRPr>
            </a:lvl6pPr>
            <a:lvl7pPr>
              <a:defRPr sz="1800" b="0">
                <a:solidFill>
                  <a:srgbClr val="132B3A"/>
                </a:solidFill>
                <a:latin typeface="Noto Sans KR"/>
                <a:ea typeface="Noto Sans KR"/>
                <a:cs typeface="Noto Sans KR"/>
              </a:defRPr>
            </a:lvl7pPr>
            <a:lvl8pPr>
              <a:defRPr sz="1800" b="0">
                <a:solidFill>
                  <a:srgbClr val="132B3A"/>
                </a:solidFill>
                <a:latin typeface="Noto Sans KR"/>
                <a:ea typeface="Noto Sans KR"/>
                <a:cs typeface="Noto Sans KR"/>
              </a:defRPr>
            </a:lvl8pPr>
            <a:lvl9pPr>
              <a:defRPr sz="1800" b="0">
                <a:solidFill>
                  <a:srgbClr val="132B3A"/>
                </a:solidFill>
                <a:latin typeface="Noto Sans KR"/>
                <a:ea typeface="Noto Sans KR"/>
                <a:cs typeface="Noto Sans KR"/>
              </a:defRPr>
            </a:lvl9pPr>
          </a:lstStyle>
          <a:p xmlns:a="http://schemas.openxmlformats.org/drawingml/2006/main">
            <a:pPr>
              <a:defRPr sz="1800" b="0">
                <a:solidFill>
                  <a:srgbClr val="132B3A"/>
                </a:solidFill>
                <a:latin typeface="Noto Sans KR"/>
                <a:ea typeface="Noto Sans KR"/>
                <a:cs typeface="Noto Sans KR"/>
              </a:defRPr>
            </a:pPr>
            <a:r>
              <a:rPr sz="1800" b="0">
                <a:solidFill>
                  <a:srgbClr val="132B3A"/>
                </a:solidFill>
                <a:latin typeface="Noto Sans KR"/>
                <a:ea typeface="Noto Sans KR"/>
                <a:cs typeface="Noto Sans KR"/>
              </a:rPr>
              <a:t>import 오류 → 동작 확인 버전으로 고정</a:t>
            </a:r>
          </a:p>
          <a:p xmlns:a="http://schemas.openxmlformats.org/drawingml/2006/main">
            <a:pPr>
              <a:defRPr sz="1800" b="0">
                <a:solidFill>
                  <a:srgbClr val="132B3A"/>
                </a:solidFill>
                <a:latin typeface="Noto Sans KR"/>
                <a:ea typeface="Noto Sans KR"/>
                <a:cs typeface="Noto Sans KR"/>
              </a:defRPr>
            </a:pPr>
            <a:r>
              <a:rPr sz="1800" b="0">
                <a:solidFill>
                  <a:srgbClr val="132B3A"/>
                </a:solidFill>
                <a:latin typeface="Noto Sans KR"/>
                <a:ea typeface="Noto Sans KR"/>
                <a:cs typeface="Noto Sans KR"/>
              </a:rPr>
              <a:t>색상 증강을 Grayscale 이전에 적용</a:t>
            </a:r>
          </a:p>
          <a:p xmlns:a="http://schemas.openxmlformats.org/drawingml/2006/main">
            <a:pPr>
              <a:defRPr sz="1800" b="0">
                <a:solidFill>
                  <a:srgbClr val="132B3A"/>
                </a:solidFill>
                <a:latin typeface="Noto Sans KR"/>
                <a:ea typeface="Noto Sans KR"/>
                <a:cs typeface="Noto Sans KR"/>
              </a:defRPr>
            </a:pPr>
            <a:r>
              <a:rPr sz="1800" b="0">
                <a:solidFill>
                  <a:srgbClr val="132B3A"/>
                </a:solidFill>
                <a:latin typeface="Noto Sans KR"/>
                <a:ea typeface="Noto Sans KR"/>
                <a:cs typeface="Noto Sans KR"/>
              </a:rPr>
              <a:t>정규화 실수 배열과 PNG 시각화 분리</a:t>
            </a:r>
          </a:p>
        </p:txBody>
      </p:sp>
      <p:sp>
        <p:nvSpPr>
          <p:cNvPr id="7" name="">
            <a:extLst xmlns:a="http://schemas.openxmlformats.org/drawingml/2006/main">
              <a:ext uri="{FF2B5EF4-FFF2-40B4-BE49-F238E27FC236}">
                <a16:creationId xmlns:a16="http://schemas.microsoft.com/office/drawing/2014/main" id="{229BD6FE-8C4C-4C8C-AE8A-1688982998DB}"/>
              </a:ext>
            </a:extLst>
          </p:cNvPr>
          <p:cNvSpPr>
            <a:spLocks xmlns:a="http://schemas.openxmlformats.org/drawingml/2006/main" noGrp="1"/>
          </p:cNvSpPr>
          <p:nvPr/>
        </p:nvSpPr>
        <p:spPr>
          <a:xfrm xmlns:a="http://schemas.openxmlformats.org/drawingml/2006/main">
            <a:off x="6524625" y="3714750"/>
            <a:ext cx="5057775"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75" b="1">
                <a:solidFill>
                  <a:srgbClr val="007E83"/>
                </a:solidFill>
                <a:latin typeface="Noto Sans KR"/>
                <a:ea typeface="Noto Sans KR"/>
                <a:cs typeface="Noto Sans KR"/>
              </a:defRPr>
            </a:defPPr>
            <a:lvl1pPr>
              <a:defRPr sz="2175" b="1">
                <a:solidFill>
                  <a:srgbClr val="007E83"/>
                </a:solidFill>
                <a:latin typeface="Noto Sans KR"/>
                <a:ea typeface="Noto Sans KR"/>
                <a:cs typeface="Noto Sans KR"/>
              </a:defRPr>
            </a:lvl1pPr>
            <a:lvl2pPr>
              <a:defRPr sz="2175" b="1">
                <a:solidFill>
                  <a:srgbClr val="007E83"/>
                </a:solidFill>
                <a:latin typeface="Noto Sans KR"/>
                <a:ea typeface="Noto Sans KR"/>
                <a:cs typeface="Noto Sans KR"/>
              </a:defRPr>
            </a:lvl2pPr>
            <a:lvl3pPr>
              <a:defRPr sz="2175" b="1">
                <a:solidFill>
                  <a:srgbClr val="007E83"/>
                </a:solidFill>
                <a:latin typeface="Noto Sans KR"/>
                <a:ea typeface="Noto Sans KR"/>
                <a:cs typeface="Noto Sans KR"/>
              </a:defRPr>
            </a:lvl3pPr>
            <a:lvl4pPr>
              <a:defRPr sz="2175" b="1">
                <a:solidFill>
                  <a:srgbClr val="007E83"/>
                </a:solidFill>
                <a:latin typeface="Noto Sans KR"/>
                <a:ea typeface="Noto Sans KR"/>
                <a:cs typeface="Noto Sans KR"/>
              </a:defRPr>
            </a:lvl4pPr>
            <a:lvl5pPr>
              <a:defRPr sz="2175" b="1">
                <a:solidFill>
                  <a:srgbClr val="007E83"/>
                </a:solidFill>
                <a:latin typeface="Noto Sans KR"/>
                <a:ea typeface="Noto Sans KR"/>
                <a:cs typeface="Noto Sans KR"/>
              </a:defRPr>
            </a:lvl5pPr>
            <a:lvl6pPr>
              <a:defRPr sz="2175" b="1">
                <a:solidFill>
                  <a:srgbClr val="007E83"/>
                </a:solidFill>
                <a:latin typeface="Noto Sans KR"/>
                <a:ea typeface="Noto Sans KR"/>
                <a:cs typeface="Noto Sans KR"/>
              </a:defRPr>
            </a:lvl6pPr>
            <a:lvl7pPr>
              <a:defRPr sz="2175" b="1">
                <a:solidFill>
                  <a:srgbClr val="007E83"/>
                </a:solidFill>
                <a:latin typeface="Noto Sans KR"/>
                <a:ea typeface="Noto Sans KR"/>
                <a:cs typeface="Noto Sans KR"/>
              </a:defRPr>
            </a:lvl7pPr>
            <a:lvl8pPr>
              <a:defRPr sz="2175" b="1">
                <a:solidFill>
                  <a:srgbClr val="007E83"/>
                </a:solidFill>
                <a:latin typeface="Noto Sans KR"/>
                <a:ea typeface="Noto Sans KR"/>
                <a:cs typeface="Noto Sans KR"/>
              </a:defRPr>
            </a:lvl8pPr>
            <a:lvl9pPr>
              <a:defRPr sz="2175" b="1">
                <a:solidFill>
                  <a:srgbClr val="007E83"/>
                </a:solidFill>
                <a:latin typeface="Noto Sans KR"/>
                <a:ea typeface="Noto Sans KR"/>
                <a:cs typeface="Noto Sans KR"/>
              </a:defRPr>
            </a:lvl9pPr>
          </a:lstStyle>
          <a:p xmlns:a="http://schemas.openxmlformats.org/drawingml/2006/main">
            <a:pPr>
              <a:defRPr sz="2175" b="1">
                <a:solidFill>
                  <a:srgbClr val="007E83"/>
                </a:solidFill>
                <a:latin typeface="Noto Sans KR"/>
                <a:ea typeface="Noto Sans KR"/>
                <a:cs typeface="Noto Sans KR"/>
              </a:defRPr>
            </a:pPr>
            <a:r>
              <a:rPr sz="2175" b="1">
                <a:solidFill>
                  <a:srgbClr val="007E83"/>
                </a:solidFill>
                <a:latin typeface="Noto Sans KR"/>
                <a:ea typeface="Noto Sans KR"/>
                <a:cs typeface="Noto Sans KR"/>
              </a:rPr>
              <a:t>한계와 다음 주차</a:t>
            </a:r>
          </a:p>
        </p:txBody>
      </p:sp>
      <p:sp>
        <p:nvSpPr>
          <p:cNvPr id="8" name="">
            <a:extLst xmlns:a="http://schemas.openxmlformats.org/drawingml/2006/main">
              <a:ext uri="{FF2B5EF4-FFF2-40B4-BE49-F238E27FC236}">
                <a16:creationId xmlns:a16="http://schemas.microsoft.com/office/drawing/2014/main" id="{F3E26239-442A-42DC-A329-09D68C28EDAE}"/>
              </a:ext>
            </a:extLst>
          </p:cNvPr>
          <p:cNvSpPr>
            <a:spLocks xmlns:a="http://schemas.openxmlformats.org/drawingml/2006/main" noGrp="1"/>
          </p:cNvSpPr>
          <p:nvPr/>
        </p:nvSpPr>
        <p:spPr>
          <a:xfrm xmlns:a="http://schemas.openxmlformats.org/drawingml/2006/main">
            <a:off x="6524625" y="4276725"/>
            <a:ext cx="5057775"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132B3A"/>
                </a:solidFill>
                <a:latin typeface="Noto Sans KR"/>
                <a:ea typeface="Noto Sans KR"/>
                <a:cs typeface="Noto Sans KR"/>
              </a:defRPr>
            </a:defPPr>
            <a:lvl1pPr>
              <a:defRPr sz="1800" b="0">
                <a:solidFill>
                  <a:srgbClr val="132B3A"/>
                </a:solidFill>
                <a:latin typeface="Noto Sans KR"/>
                <a:ea typeface="Noto Sans KR"/>
                <a:cs typeface="Noto Sans KR"/>
              </a:defRPr>
            </a:lvl1pPr>
            <a:lvl2pPr>
              <a:defRPr sz="1800" b="0">
                <a:solidFill>
                  <a:srgbClr val="132B3A"/>
                </a:solidFill>
                <a:latin typeface="Noto Sans KR"/>
                <a:ea typeface="Noto Sans KR"/>
                <a:cs typeface="Noto Sans KR"/>
              </a:defRPr>
            </a:lvl2pPr>
            <a:lvl3pPr>
              <a:defRPr sz="1800" b="0">
                <a:solidFill>
                  <a:srgbClr val="132B3A"/>
                </a:solidFill>
                <a:latin typeface="Noto Sans KR"/>
                <a:ea typeface="Noto Sans KR"/>
                <a:cs typeface="Noto Sans KR"/>
              </a:defRPr>
            </a:lvl3pPr>
            <a:lvl4pPr>
              <a:defRPr sz="1800" b="0">
                <a:solidFill>
                  <a:srgbClr val="132B3A"/>
                </a:solidFill>
                <a:latin typeface="Noto Sans KR"/>
                <a:ea typeface="Noto Sans KR"/>
                <a:cs typeface="Noto Sans KR"/>
              </a:defRPr>
            </a:lvl4pPr>
            <a:lvl5pPr>
              <a:defRPr sz="1800" b="0">
                <a:solidFill>
                  <a:srgbClr val="132B3A"/>
                </a:solidFill>
                <a:latin typeface="Noto Sans KR"/>
                <a:ea typeface="Noto Sans KR"/>
                <a:cs typeface="Noto Sans KR"/>
              </a:defRPr>
            </a:lvl5pPr>
            <a:lvl6pPr>
              <a:defRPr sz="1800" b="0">
                <a:solidFill>
                  <a:srgbClr val="132B3A"/>
                </a:solidFill>
                <a:latin typeface="Noto Sans KR"/>
                <a:ea typeface="Noto Sans KR"/>
                <a:cs typeface="Noto Sans KR"/>
              </a:defRPr>
            </a:lvl6pPr>
            <a:lvl7pPr>
              <a:defRPr sz="1800" b="0">
                <a:solidFill>
                  <a:srgbClr val="132B3A"/>
                </a:solidFill>
                <a:latin typeface="Noto Sans KR"/>
                <a:ea typeface="Noto Sans KR"/>
                <a:cs typeface="Noto Sans KR"/>
              </a:defRPr>
            </a:lvl7pPr>
            <a:lvl8pPr>
              <a:defRPr sz="1800" b="0">
                <a:solidFill>
                  <a:srgbClr val="132B3A"/>
                </a:solidFill>
                <a:latin typeface="Noto Sans KR"/>
                <a:ea typeface="Noto Sans KR"/>
                <a:cs typeface="Noto Sans KR"/>
              </a:defRPr>
            </a:lvl8pPr>
            <a:lvl9pPr>
              <a:defRPr sz="1800" b="0">
                <a:solidFill>
                  <a:srgbClr val="132B3A"/>
                </a:solidFill>
                <a:latin typeface="Noto Sans KR"/>
                <a:ea typeface="Noto Sans KR"/>
                <a:cs typeface="Noto Sans KR"/>
              </a:defRPr>
            </a:lvl9pPr>
          </a:lstStyle>
          <a:p xmlns:a="http://schemas.openxmlformats.org/drawingml/2006/main">
            <a:pPr>
              <a:defRPr sz="1800" b="0">
                <a:solidFill>
                  <a:srgbClr val="132B3A"/>
                </a:solidFill>
                <a:latin typeface="Noto Sans KR"/>
                <a:ea typeface="Noto Sans KR"/>
                <a:cs typeface="Noto Sans KR"/>
              </a:defRPr>
            </a:pPr>
            <a:r>
              <a:rPr sz="1800" b="0">
                <a:solidFill>
                  <a:srgbClr val="132B3A"/>
                </a:solidFill>
                <a:latin typeface="Noto Sans KR"/>
                <a:ea typeface="Noto Sans KR"/>
                <a:cs typeface="Noto Sans KR"/>
              </a:rPr>
              <a:t>빨간 영역 비율은 음식 객체 크기가 아님</a:t>
            </a:r>
          </a:p>
          <a:p xmlns:a="http://schemas.openxmlformats.org/drawingml/2006/main">
            <a:pPr>
              <a:defRPr sz="1800" b="0">
                <a:solidFill>
                  <a:srgbClr val="132B3A"/>
                </a:solidFill>
                <a:latin typeface="Noto Sans KR"/>
                <a:ea typeface="Noto Sans KR"/>
                <a:cs typeface="Noto Sans KR"/>
              </a:defRPr>
            </a:pPr>
            <a:r>
              <a:rPr sz="1800" b="0">
                <a:solidFill>
                  <a:srgbClr val="132B3A"/>
                </a:solidFill>
                <a:latin typeface="Noto Sans KR"/>
                <a:ea typeface="Noto Sans KR"/>
                <a:cs typeface="Noto Sans KR"/>
              </a:rPr>
              <a:t>고정 임계값 · 동일 클래스 5장에 한정</a:t>
            </a:r>
          </a:p>
          <a:p xmlns:a="http://schemas.openxmlformats.org/drawingml/2006/main">
            <a:pPr>
              <a:defRPr sz="1800" b="0">
                <a:solidFill>
                  <a:srgbClr val="132B3A"/>
                </a:solidFill>
                <a:latin typeface="Noto Sans KR"/>
                <a:ea typeface="Noto Sans KR"/>
                <a:cs typeface="Noto Sans KR"/>
              </a:defRPr>
            </a:pPr>
            <a:r>
              <a:rPr sz="1800" b="0">
                <a:solidFill>
                  <a:srgbClr val="132B3A"/>
                </a:solidFill>
                <a:latin typeface="Noto Sans KR"/>
                <a:ea typeface="Noto Sans KR"/>
                <a:cs typeface="Noto Sans KR"/>
              </a:rPr>
              <a:t>다음 주차: 필요 시 객체 검출 결과로 대체</a:t>
            </a:r>
          </a:p>
        </p:txBody>
      </p:sp>
      <p:sp>
        <p:nvSpPr>
          <p:cNvPr id="9" name="">
            <a:extLst xmlns:a="http://schemas.openxmlformats.org/drawingml/2006/main">
              <a:ext uri="{FF2B5EF4-FFF2-40B4-BE49-F238E27FC236}">
                <a16:creationId xmlns:a16="http://schemas.microsoft.com/office/drawing/2014/main" id="{E13150A9-E7CA-48C5-AE28-00E2EF8A4DE3}"/>
              </a:ext>
            </a:extLst>
          </p:cNvPr>
          <p:cNvSpPr>
            <a:spLocks xmlns:a="http://schemas.openxmlformats.org/drawingml/2006/main" noGrp="1"/>
          </p:cNvSpPr>
          <p:nvPr/>
        </p:nvSpPr>
        <p:spPr>
          <a:xfrm xmlns:a="http://schemas.openxmlformats.org/drawingml/2006/main">
            <a:off x="609600" y="5962650"/>
            <a:ext cx="109728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25" b="1">
                <a:solidFill>
                  <a:srgbClr val="9A4C00"/>
                </a:solidFill>
                <a:latin typeface="Noto Sans KR"/>
                <a:ea typeface="Noto Sans KR"/>
                <a:cs typeface="Noto Sans KR"/>
              </a:defRPr>
            </a:defPPr>
            <a:lvl1pPr>
              <a:defRPr sz="1725" b="1">
                <a:solidFill>
                  <a:srgbClr val="9A4C00"/>
                </a:solidFill>
                <a:latin typeface="Noto Sans KR"/>
                <a:ea typeface="Noto Sans KR"/>
                <a:cs typeface="Noto Sans KR"/>
              </a:defRPr>
            </a:lvl1pPr>
            <a:lvl2pPr>
              <a:defRPr sz="1725" b="1">
                <a:solidFill>
                  <a:srgbClr val="9A4C00"/>
                </a:solidFill>
                <a:latin typeface="Noto Sans KR"/>
                <a:ea typeface="Noto Sans KR"/>
                <a:cs typeface="Noto Sans KR"/>
              </a:defRPr>
            </a:lvl2pPr>
            <a:lvl3pPr>
              <a:defRPr sz="1725" b="1">
                <a:solidFill>
                  <a:srgbClr val="9A4C00"/>
                </a:solidFill>
                <a:latin typeface="Noto Sans KR"/>
                <a:ea typeface="Noto Sans KR"/>
                <a:cs typeface="Noto Sans KR"/>
              </a:defRPr>
            </a:lvl3pPr>
            <a:lvl4pPr>
              <a:defRPr sz="1725" b="1">
                <a:solidFill>
                  <a:srgbClr val="9A4C00"/>
                </a:solidFill>
                <a:latin typeface="Noto Sans KR"/>
                <a:ea typeface="Noto Sans KR"/>
                <a:cs typeface="Noto Sans KR"/>
              </a:defRPr>
            </a:lvl4pPr>
            <a:lvl5pPr>
              <a:defRPr sz="1725" b="1">
                <a:solidFill>
                  <a:srgbClr val="9A4C00"/>
                </a:solidFill>
                <a:latin typeface="Noto Sans KR"/>
                <a:ea typeface="Noto Sans KR"/>
                <a:cs typeface="Noto Sans KR"/>
              </a:defRPr>
            </a:lvl5pPr>
            <a:lvl6pPr>
              <a:defRPr sz="1725" b="1">
                <a:solidFill>
                  <a:srgbClr val="9A4C00"/>
                </a:solidFill>
                <a:latin typeface="Noto Sans KR"/>
                <a:ea typeface="Noto Sans KR"/>
                <a:cs typeface="Noto Sans KR"/>
              </a:defRPr>
            </a:lvl6pPr>
            <a:lvl7pPr>
              <a:defRPr sz="1725" b="1">
                <a:solidFill>
                  <a:srgbClr val="9A4C00"/>
                </a:solidFill>
                <a:latin typeface="Noto Sans KR"/>
                <a:ea typeface="Noto Sans KR"/>
                <a:cs typeface="Noto Sans KR"/>
              </a:defRPr>
            </a:lvl7pPr>
            <a:lvl8pPr>
              <a:defRPr sz="1725" b="1">
                <a:solidFill>
                  <a:srgbClr val="9A4C00"/>
                </a:solidFill>
                <a:latin typeface="Noto Sans KR"/>
                <a:ea typeface="Noto Sans KR"/>
                <a:cs typeface="Noto Sans KR"/>
              </a:defRPr>
            </a:lvl8pPr>
            <a:lvl9pPr>
              <a:defRPr sz="1725" b="1">
                <a:solidFill>
                  <a:srgbClr val="9A4C00"/>
                </a:solidFill>
                <a:latin typeface="Noto Sans KR"/>
                <a:ea typeface="Noto Sans KR"/>
                <a:cs typeface="Noto Sans KR"/>
              </a:defRPr>
            </a:lvl9pPr>
          </a:lstStyle>
          <a:p xmlns:a="http://schemas.openxmlformats.org/drawingml/2006/main">
            <a:pPr>
              <a:defRPr sz="1725" b="1">
                <a:solidFill>
                  <a:srgbClr val="9A4C00"/>
                </a:solidFill>
                <a:latin typeface="Noto Sans KR"/>
                <a:ea typeface="Noto Sans KR"/>
                <a:cs typeface="Noto Sans KR"/>
              </a:defRPr>
            </a:pPr>
            <a:r>
              <a:rPr sz="1725" b="1">
                <a:solidFill>
                  <a:srgbClr val="9A4C00"/>
                </a:solidFill>
                <a:latin typeface="Noto Sans KR"/>
                <a:ea typeface="Noto Sans KR"/>
                <a:cs typeface="Noto Sans KR"/>
              </a:rPr>
              <a:t>제출 전: Push → PR → 멘토 리뷰·허가 → Merge → Git 상태 문구 갱신</a:t>
            </a:r>
          </a:p>
        </p:txBody>
      </p:sp>
    </p:spTree>
    <p:extLst>
      <p:ext uri="{BB962C8B-B14F-4D97-AF65-F5344CB8AC3E}">
        <p14:creationId xmlns:p14="http://schemas.microsoft.com/office/powerpoint/2010/main" val="46938280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2026-10-23T06:55:04.2480000Z</dcterms:created>
  <dcterms:modified xsi:type="dcterms:W3CDTF">2026-10-23T06:55:04.2480000Z</dcterms:modified>
</coreProperties>
</file>